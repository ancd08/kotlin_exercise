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6256000" cy="9144000"/>
  <p:notesSz cx="9144000" cy="16256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i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35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489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0800" y="0"/>
            <a:ext cx="7315200" cy="9144000"/>
          </a:xfrm>
          <a:custGeom>
            <a:avLst/>
            <a:gdLst/>
            <a:ahLst/>
            <a:cxnLst/>
            <a:rect l="l" t="t" r="r" b="b"/>
            <a:pathLst>
              <a:path w="7315200" h="9144000">
                <a:moveTo>
                  <a:pt x="0" y="0"/>
                </a:moveTo>
                <a:lnTo>
                  <a:pt x="7315200" y="0"/>
                </a:lnTo>
                <a:lnTo>
                  <a:pt x="73152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994084" y="762000"/>
            <a:ext cx="36449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8000" b="1" dirty="0">
                <a:solidFill>
                  <a:srgbClr val="F5F1E6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84582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83312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THE MOVEMENT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270000"/>
            <a:ext cx="1016000" cy="101600"/>
          </a:xfrm>
          <a:custGeom>
            <a:avLst/>
            <a:gdLst/>
            <a:ahLst/>
            <a:cxnLst/>
            <a:rect l="l" t="t" r="r" b="b"/>
            <a:pathLst>
              <a:path w="1016000" h="101600">
                <a:moveTo>
                  <a:pt x="0" y="0"/>
                </a:moveTo>
                <a:lnTo>
                  <a:pt x="1016000" y="0"/>
                </a:lnTo>
                <a:lnTo>
                  <a:pt x="1016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778000"/>
            <a:ext cx="788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540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 CLUB 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2438400"/>
            <a:ext cx="83439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59309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08000" y="6388100"/>
            <a:ext cx="7924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Prepared.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 Lives.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a Difference.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55450" y="3302000"/>
            <a:ext cx="1333500" cy="1524000"/>
          </a:xfrm>
          <a:custGeom>
            <a:avLst/>
            <a:gdLst/>
            <a:ahLst/>
            <a:cxnLst/>
            <a:rect l="l" t="t" r="r" b="b"/>
            <a:pathLst>
              <a:path w="1333500" h="1524000">
                <a:moveTo>
                  <a:pt x="762000" y="190500"/>
                </a:moveTo>
                <a:cubicBezTo>
                  <a:pt x="762000" y="137815"/>
                  <a:pt x="719435" y="95250"/>
                  <a:pt x="666750" y="95250"/>
                </a:cubicBezTo>
                <a:cubicBezTo>
                  <a:pt x="614065" y="95250"/>
                  <a:pt x="571500" y="137815"/>
                  <a:pt x="571500" y="190500"/>
                </a:cubicBezTo>
                <a:lnTo>
                  <a:pt x="571500" y="666750"/>
                </a:lnTo>
                <a:lnTo>
                  <a:pt x="95250" y="666750"/>
                </a:lnTo>
                <a:cubicBezTo>
                  <a:pt x="42565" y="666750"/>
                  <a:pt x="0" y="709315"/>
                  <a:pt x="0" y="762000"/>
                </a:cubicBezTo>
                <a:cubicBezTo>
                  <a:pt x="0" y="814685"/>
                  <a:pt x="42565" y="857250"/>
                  <a:pt x="95250" y="857250"/>
                </a:cubicBezTo>
                <a:lnTo>
                  <a:pt x="571500" y="857250"/>
                </a:lnTo>
                <a:lnTo>
                  <a:pt x="571500" y="1333500"/>
                </a:lnTo>
                <a:cubicBezTo>
                  <a:pt x="571500" y="1386185"/>
                  <a:pt x="614065" y="1428750"/>
                  <a:pt x="666750" y="1428750"/>
                </a:cubicBezTo>
                <a:cubicBezTo>
                  <a:pt x="719435" y="1428750"/>
                  <a:pt x="762000" y="1386185"/>
                  <a:pt x="762000" y="1333500"/>
                </a:cubicBezTo>
                <a:lnTo>
                  <a:pt x="762000" y="857250"/>
                </a:lnTo>
                <a:lnTo>
                  <a:pt x="1238250" y="857250"/>
                </a:lnTo>
                <a:cubicBezTo>
                  <a:pt x="1290935" y="857250"/>
                  <a:pt x="1333500" y="814685"/>
                  <a:pt x="1333500" y="762000"/>
                </a:cubicBezTo>
                <a:cubicBezTo>
                  <a:pt x="1333500" y="709315"/>
                  <a:pt x="1290935" y="666750"/>
                  <a:pt x="1238250" y="666750"/>
                </a:cubicBezTo>
                <a:lnTo>
                  <a:pt x="762000" y="666750"/>
                </a:lnTo>
                <a:lnTo>
                  <a:pt x="762000" y="190500"/>
                </a:lnTo>
                <a:close/>
              </a:path>
            </a:pathLst>
          </a:custGeom>
          <a:solidFill>
            <a:srgbClr val="F5F1E6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506200" y="5130800"/>
            <a:ext cx="20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kern="0" spc="1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2000" b="1" kern="0" spc="1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52400"/>
          </a:xfrm>
          <a:custGeom>
            <a:avLst/>
            <a:gdLst/>
            <a:ahLst/>
            <a:cxnLst/>
            <a:rect l="l" t="t" r="r" b="b"/>
            <a:pathLst>
              <a:path w="16256000" h="152400">
                <a:moveTo>
                  <a:pt x="0" y="0"/>
                </a:moveTo>
                <a:lnTo>
                  <a:pt x="16256000" y="0"/>
                </a:lnTo>
                <a:lnTo>
                  <a:pt x="1625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08000" y="5080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0" y="0"/>
                </a:moveTo>
                <a:lnTo>
                  <a:pt x="1219200" y="0"/>
                </a:lnTo>
                <a:lnTo>
                  <a:pt x="121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812800"/>
            <a:ext cx="532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00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19200"/>
            <a:ext cx="56007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Aid Club?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05495" y="508000"/>
            <a:ext cx="27051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dirty="0">
                <a:solidFill>
                  <a:srgbClr val="CC0000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4499570"/>
            <a:ext cx="8305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are a student organization dedicated to teaching </a:t>
            </a:r>
            <a:r>
              <a:rPr lang="en-US" sz="2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life-saving emergency response skills</a:t>
            </a: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hands-on training and real-world scenarios.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629027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646807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53529"/>
                </a:moveTo>
                <a:lnTo>
                  <a:pt x="119559" y="43210"/>
                </a:lnTo>
                <a:cubicBezTo>
                  <a:pt x="107156" y="26045"/>
                  <a:pt x="87263" y="15875"/>
                  <a:pt x="66030" y="15875"/>
                </a:cubicBezTo>
                <a:cubicBezTo>
                  <a:pt x="29567" y="15875"/>
                  <a:pt x="0" y="45442"/>
                  <a:pt x="0" y="81905"/>
                </a:cubicBezTo>
                <a:lnTo>
                  <a:pt x="0" y="83195"/>
                </a:lnTo>
                <a:cubicBezTo>
                  <a:pt x="0" y="94903"/>
                  <a:pt x="3076" y="107007"/>
                  <a:pt x="8235" y="119063"/>
                </a:cubicBezTo>
                <a:lnTo>
                  <a:pt x="60821" y="119063"/>
                </a:lnTo>
                <a:cubicBezTo>
                  <a:pt x="62409" y="119063"/>
                  <a:pt x="63847" y="118120"/>
                  <a:pt x="64492" y="116632"/>
                </a:cubicBezTo>
                <a:lnTo>
                  <a:pt x="80268" y="78780"/>
                </a:lnTo>
                <a:cubicBezTo>
                  <a:pt x="82104" y="74414"/>
                  <a:pt x="86370" y="71537"/>
                  <a:pt x="91083" y="71438"/>
                </a:cubicBezTo>
                <a:cubicBezTo>
                  <a:pt x="95796" y="71338"/>
                  <a:pt x="100161" y="74116"/>
                  <a:pt x="102096" y="78432"/>
                </a:cubicBezTo>
                <a:lnTo>
                  <a:pt x="127546" y="134938"/>
                </a:lnTo>
                <a:lnTo>
                  <a:pt x="148084" y="93861"/>
                </a:lnTo>
                <a:cubicBezTo>
                  <a:pt x="150118" y="89843"/>
                  <a:pt x="154236" y="87263"/>
                  <a:pt x="158750" y="87263"/>
                </a:cubicBezTo>
                <a:cubicBezTo>
                  <a:pt x="163264" y="87263"/>
                  <a:pt x="167382" y="89793"/>
                  <a:pt x="169416" y="93861"/>
                </a:cubicBezTo>
                <a:lnTo>
                  <a:pt x="180925" y="116830"/>
                </a:lnTo>
                <a:cubicBezTo>
                  <a:pt x="181620" y="118170"/>
                  <a:pt x="182959" y="119013"/>
                  <a:pt x="184497" y="119013"/>
                </a:cubicBezTo>
                <a:lnTo>
                  <a:pt x="245814" y="119013"/>
                </a:lnTo>
                <a:cubicBezTo>
                  <a:pt x="251023" y="106958"/>
                  <a:pt x="254050" y="94853"/>
                  <a:pt x="254050" y="83145"/>
                </a:cubicBezTo>
                <a:lnTo>
                  <a:pt x="254050" y="81855"/>
                </a:lnTo>
                <a:cubicBezTo>
                  <a:pt x="254000" y="45442"/>
                  <a:pt x="224433" y="15875"/>
                  <a:pt x="187970" y="15875"/>
                </a:cubicBezTo>
                <a:cubicBezTo>
                  <a:pt x="166787" y="15875"/>
                  <a:pt x="146844" y="26045"/>
                  <a:pt x="134441" y="43210"/>
                </a:cubicBezTo>
                <a:lnTo>
                  <a:pt x="127000" y="53479"/>
                </a:lnTo>
                <a:close/>
                <a:moveTo>
                  <a:pt x="232966" y="142875"/>
                </a:moveTo>
                <a:lnTo>
                  <a:pt x="184448" y="142875"/>
                </a:lnTo>
                <a:cubicBezTo>
                  <a:pt x="173930" y="142875"/>
                  <a:pt x="164306" y="136922"/>
                  <a:pt x="159593" y="127496"/>
                </a:cubicBezTo>
                <a:lnTo>
                  <a:pt x="158750" y="125809"/>
                </a:lnTo>
                <a:lnTo>
                  <a:pt x="137666" y="168027"/>
                </a:lnTo>
                <a:cubicBezTo>
                  <a:pt x="135632" y="172145"/>
                  <a:pt x="131366" y="174724"/>
                  <a:pt x="126752" y="174625"/>
                </a:cubicBezTo>
                <a:cubicBezTo>
                  <a:pt x="122138" y="174526"/>
                  <a:pt x="118021" y="171797"/>
                  <a:pt x="116136" y="167630"/>
                </a:cubicBezTo>
                <a:lnTo>
                  <a:pt x="91678" y="113308"/>
                </a:lnTo>
                <a:lnTo>
                  <a:pt x="86469" y="125809"/>
                </a:lnTo>
                <a:cubicBezTo>
                  <a:pt x="82153" y="136178"/>
                  <a:pt x="72033" y="142925"/>
                  <a:pt x="60821" y="142925"/>
                </a:cubicBezTo>
                <a:lnTo>
                  <a:pt x="21034" y="142925"/>
                </a:lnTo>
                <a:cubicBezTo>
                  <a:pt x="44450" y="179536"/>
                  <a:pt x="82054" y="213221"/>
                  <a:pt x="105569" y="231180"/>
                </a:cubicBezTo>
                <a:cubicBezTo>
                  <a:pt x="111720" y="235843"/>
                  <a:pt x="119261" y="238175"/>
                  <a:pt x="126950" y="238175"/>
                </a:cubicBezTo>
                <a:cubicBezTo>
                  <a:pt x="134640" y="238175"/>
                  <a:pt x="142230" y="235893"/>
                  <a:pt x="148332" y="231180"/>
                </a:cubicBezTo>
                <a:cubicBezTo>
                  <a:pt x="171946" y="213171"/>
                  <a:pt x="209550" y="179487"/>
                  <a:pt x="232966" y="14287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320800" y="6290270"/>
            <a:ext cx="746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First Aid Techniques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0800" y="6696670"/>
            <a:ext cx="7442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wound care, bandaging, and injury assessment through hands-on practice sessions.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756027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69925" y="773807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8750" y="15875"/>
                </a:moveTo>
                <a:cubicBezTo>
                  <a:pt x="158750" y="7094"/>
                  <a:pt x="151656" y="0"/>
                  <a:pt x="142875" y="0"/>
                </a:cubicBezTo>
                <a:cubicBezTo>
                  <a:pt x="134094" y="0"/>
                  <a:pt x="127000" y="7094"/>
                  <a:pt x="127000" y="15875"/>
                </a:cubicBezTo>
                <a:lnTo>
                  <a:pt x="127000" y="86271"/>
                </a:lnTo>
                <a:lnTo>
                  <a:pt x="111125" y="95796"/>
                </a:lnTo>
                <a:lnTo>
                  <a:pt x="111125" y="37902"/>
                </a:lnTo>
                <a:cubicBezTo>
                  <a:pt x="111125" y="25747"/>
                  <a:pt x="101253" y="15875"/>
                  <a:pt x="89098" y="15875"/>
                </a:cubicBezTo>
                <a:cubicBezTo>
                  <a:pt x="82897" y="15875"/>
                  <a:pt x="76994" y="18504"/>
                  <a:pt x="72827" y="23068"/>
                </a:cubicBezTo>
                <a:lnTo>
                  <a:pt x="59730" y="37455"/>
                </a:lnTo>
                <a:cubicBezTo>
                  <a:pt x="21282" y="79772"/>
                  <a:pt x="0" y="134838"/>
                  <a:pt x="0" y="191988"/>
                </a:cubicBezTo>
                <a:lnTo>
                  <a:pt x="0" y="207119"/>
                </a:lnTo>
                <a:cubicBezTo>
                  <a:pt x="0" y="233015"/>
                  <a:pt x="20985" y="254000"/>
                  <a:pt x="46881" y="254000"/>
                </a:cubicBezTo>
                <a:cubicBezTo>
                  <a:pt x="57795" y="254000"/>
                  <a:pt x="68560" y="251470"/>
                  <a:pt x="78333" y="246559"/>
                </a:cubicBezTo>
                <a:lnTo>
                  <a:pt x="80814" y="245318"/>
                </a:lnTo>
                <a:cubicBezTo>
                  <a:pt x="99368" y="236041"/>
                  <a:pt x="111075" y="217091"/>
                  <a:pt x="111075" y="196304"/>
                </a:cubicBezTo>
                <a:lnTo>
                  <a:pt x="111075" y="132804"/>
                </a:lnTo>
                <a:lnTo>
                  <a:pt x="142825" y="113754"/>
                </a:lnTo>
                <a:lnTo>
                  <a:pt x="174575" y="132804"/>
                </a:lnTo>
                <a:lnTo>
                  <a:pt x="174575" y="196304"/>
                </a:lnTo>
                <a:cubicBezTo>
                  <a:pt x="174575" y="217041"/>
                  <a:pt x="186283" y="236041"/>
                  <a:pt x="204837" y="245318"/>
                </a:cubicBezTo>
                <a:lnTo>
                  <a:pt x="207318" y="246559"/>
                </a:lnTo>
                <a:cubicBezTo>
                  <a:pt x="217091" y="251420"/>
                  <a:pt x="227856" y="254000"/>
                  <a:pt x="238770" y="254000"/>
                </a:cubicBezTo>
                <a:cubicBezTo>
                  <a:pt x="264666" y="254000"/>
                  <a:pt x="285651" y="233015"/>
                  <a:pt x="285651" y="207119"/>
                </a:cubicBezTo>
                <a:lnTo>
                  <a:pt x="285651" y="204043"/>
                </a:lnTo>
                <a:cubicBezTo>
                  <a:pt x="285651" y="148927"/>
                  <a:pt x="267444" y="95399"/>
                  <a:pt x="233859" y="51743"/>
                </a:cubicBezTo>
                <a:lnTo>
                  <a:pt x="212775" y="24160"/>
                </a:lnTo>
                <a:cubicBezTo>
                  <a:pt x="208756" y="18901"/>
                  <a:pt x="202505" y="15875"/>
                  <a:pt x="195907" y="15875"/>
                </a:cubicBezTo>
                <a:cubicBezTo>
                  <a:pt x="184150" y="15875"/>
                  <a:pt x="174625" y="25400"/>
                  <a:pt x="174625" y="37157"/>
                </a:cubicBezTo>
                <a:lnTo>
                  <a:pt x="174625" y="95796"/>
                </a:lnTo>
                <a:lnTo>
                  <a:pt x="158750" y="86271"/>
                </a:lnTo>
                <a:lnTo>
                  <a:pt x="158750" y="15875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1320800" y="756027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CPR &amp; Emergency Response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0800" y="7966670"/>
            <a:ext cx="6832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cardiopulmonary resuscitation and life-saving emergency protocols.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" y="850007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4050" y="867787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8" name="Text 16"/>
          <p:cNvSpPr/>
          <p:nvPr/>
        </p:nvSpPr>
        <p:spPr>
          <a:xfrm>
            <a:off x="1320800" y="8500070"/>
            <a:ext cx="654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Support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0800" y="8906470"/>
            <a:ext cx="651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Volunteer at school events and be someone your community can rely 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5159" y="3759200"/>
            <a:ext cx="6629400" cy="6629400"/>
          </a:xfrm>
          <a:custGeom>
            <a:avLst/>
            <a:gdLst/>
            <a:ahLst/>
            <a:cxnLst/>
            <a:rect l="l" t="t" r="r" b="b"/>
            <a:pathLst>
              <a:path w="6629400" h="6629400">
                <a:moveTo>
                  <a:pt x="0" y="0"/>
                </a:moveTo>
                <a:lnTo>
                  <a:pt x="6629400" y="0"/>
                </a:lnTo>
                <a:lnTo>
                  <a:pt x="6629400" y="6629400"/>
                </a:lnTo>
                <a:lnTo>
                  <a:pt x="0" y="6629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pic>
        <p:nvPicPr>
          <p:cNvPr id="21" name="Image 0" descr="https://kimi-web-img.moonshot.cn/img/media.istockphoto.com/36cb78cec67de7ab8fb89ddf98fc47fce00e4d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959" y="3530600"/>
            <a:ext cx="6680200" cy="6680200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9072959" y="9443641"/>
            <a:ext cx="6680200" cy="762000"/>
          </a:xfrm>
          <a:custGeom>
            <a:avLst/>
            <a:gdLst/>
            <a:ahLst/>
            <a:cxnLst/>
            <a:rect l="l" t="t" r="r" b="b"/>
            <a:pathLst>
              <a:path w="6680200" h="762000">
                <a:moveTo>
                  <a:pt x="0" y="0"/>
                </a:moveTo>
                <a:lnTo>
                  <a:pt x="6680200" y="0"/>
                </a:lnTo>
                <a:lnTo>
                  <a:pt x="6680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9219009" y="9646841"/>
            <a:ext cx="638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LEARNING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0" y="2743200"/>
            <a:ext cx="6502400" cy="6400800"/>
          </a:xfrm>
          <a:custGeom>
            <a:avLst/>
            <a:gdLst/>
            <a:ahLst/>
            <a:cxnLst/>
            <a:rect l="l" t="t" r="r" b="b"/>
            <a:pathLst>
              <a:path w="6502400" h="6400800">
                <a:moveTo>
                  <a:pt x="0" y="0"/>
                </a:moveTo>
                <a:lnTo>
                  <a:pt x="6502400" y="0"/>
                </a:lnTo>
                <a:lnTo>
                  <a:pt x="6502400" y="6400800"/>
                </a:lnTo>
                <a:lnTo>
                  <a:pt x="0" y="6400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08000" y="5080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0" y="0"/>
                </a:moveTo>
                <a:lnTo>
                  <a:pt x="1219200" y="0"/>
                </a:lnTo>
                <a:lnTo>
                  <a:pt x="121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8128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00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19200"/>
            <a:ext cx="5156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First Aid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91803" y="508000"/>
            <a:ext cx="2717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dirty="0">
                <a:solidFill>
                  <a:srgbClr val="CC0000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3429000"/>
            <a:ext cx="90551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Emergencies happen </a:t>
            </a:r>
            <a:r>
              <a:rPr lang="en-US" sz="2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everywhere</a:t>
            </a: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at school, home, sports events, and community gatherings. The first few minutes are </a:t>
            </a:r>
            <a:r>
              <a:rPr lang="en-US" sz="2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53213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5321300"/>
            <a:ext cx="4343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032500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people are trained in first aid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35761" y="53213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364361" y="5321300"/>
            <a:ext cx="4343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1.8M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64361" y="6032500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annual emergency injuries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66421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642100"/>
            <a:ext cx="4343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7353300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panic in emergencies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35761" y="66421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64361" y="6642100"/>
            <a:ext cx="4343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64361" y="7353300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want first aid education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8064500"/>
            <a:ext cx="8902700" cy="1422400"/>
          </a:xfrm>
          <a:custGeom>
            <a:avLst/>
            <a:gdLst/>
            <a:ahLst/>
            <a:cxnLst/>
            <a:rect l="l" t="t" r="r" b="b"/>
            <a:pathLst>
              <a:path w="8902700" h="1422400">
                <a:moveTo>
                  <a:pt x="0" y="0"/>
                </a:moveTo>
                <a:lnTo>
                  <a:pt x="8902700" y="0"/>
                </a:lnTo>
                <a:lnTo>
                  <a:pt x="89027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4550" y="844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2700" y="8369300"/>
            <a:ext cx="7950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response in the first few minutes can mean the difference between </a:t>
            </a:r>
            <a:r>
              <a:rPr lang="en-US" sz="20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 and death</a:t>
            </a:r>
            <a:r>
              <a:rPr lang="en-US" sz="2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full recovery and permanent injury.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066786" y="5099050"/>
            <a:ext cx="1428750" cy="1270000"/>
          </a:xfrm>
          <a:custGeom>
            <a:avLst/>
            <a:gdLst/>
            <a:ahLst/>
            <a:cxnLst/>
            <a:rect l="l" t="t" r="r" b="b"/>
            <a:pathLst>
              <a:path w="1428750" h="1270000">
                <a:moveTo>
                  <a:pt x="158750" y="79375"/>
                </a:moveTo>
                <a:cubicBezTo>
                  <a:pt x="71189" y="79375"/>
                  <a:pt x="0" y="150564"/>
                  <a:pt x="0" y="238125"/>
                </a:cubicBezTo>
                <a:lnTo>
                  <a:pt x="0" y="952500"/>
                </a:lnTo>
                <a:cubicBezTo>
                  <a:pt x="0" y="1040061"/>
                  <a:pt x="71189" y="1111250"/>
                  <a:pt x="158750" y="1111250"/>
                </a:cubicBezTo>
                <a:lnTo>
                  <a:pt x="166936" y="1111250"/>
                </a:lnTo>
                <a:cubicBezTo>
                  <a:pt x="192732" y="1202779"/>
                  <a:pt x="277068" y="1270000"/>
                  <a:pt x="377031" y="1270000"/>
                </a:cubicBezTo>
                <a:cubicBezTo>
                  <a:pt x="476994" y="1270000"/>
                  <a:pt x="561082" y="1202779"/>
                  <a:pt x="587127" y="1111250"/>
                </a:cubicBezTo>
                <a:lnTo>
                  <a:pt x="841623" y="1111250"/>
                </a:lnTo>
                <a:cubicBezTo>
                  <a:pt x="867420" y="1202779"/>
                  <a:pt x="951756" y="1270000"/>
                  <a:pt x="1051719" y="1270000"/>
                </a:cubicBezTo>
                <a:cubicBezTo>
                  <a:pt x="1151682" y="1270000"/>
                  <a:pt x="1235770" y="1202779"/>
                  <a:pt x="1261814" y="1111250"/>
                </a:cubicBezTo>
                <a:lnTo>
                  <a:pt x="1270000" y="1111250"/>
                </a:lnTo>
                <a:cubicBezTo>
                  <a:pt x="1357561" y="1111250"/>
                  <a:pt x="1428750" y="1040061"/>
                  <a:pt x="1428750" y="952500"/>
                </a:cubicBezTo>
                <a:lnTo>
                  <a:pt x="1428750" y="588615"/>
                </a:lnTo>
                <a:cubicBezTo>
                  <a:pt x="1428750" y="546447"/>
                  <a:pt x="1412131" y="506016"/>
                  <a:pt x="1382365" y="476250"/>
                </a:cubicBezTo>
                <a:lnTo>
                  <a:pt x="1270000" y="363885"/>
                </a:lnTo>
                <a:cubicBezTo>
                  <a:pt x="1240234" y="334119"/>
                  <a:pt x="1199803" y="317500"/>
                  <a:pt x="1157635" y="317500"/>
                </a:cubicBezTo>
                <a:lnTo>
                  <a:pt x="1031875" y="317500"/>
                </a:lnTo>
                <a:lnTo>
                  <a:pt x="1031875" y="238125"/>
                </a:lnTo>
                <a:cubicBezTo>
                  <a:pt x="1031875" y="150564"/>
                  <a:pt x="960686" y="79375"/>
                  <a:pt x="873125" y="79375"/>
                </a:cubicBezTo>
                <a:lnTo>
                  <a:pt x="158750" y="79375"/>
                </a:lnTo>
                <a:close/>
                <a:moveTo>
                  <a:pt x="1270000" y="588615"/>
                </a:moveTo>
                <a:lnTo>
                  <a:pt x="1270000" y="714375"/>
                </a:lnTo>
                <a:lnTo>
                  <a:pt x="1031875" y="714375"/>
                </a:lnTo>
                <a:lnTo>
                  <a:pt x="1031875" y="476250"/>
                </a:lnTo>
                <a:lnTo>
                  <a:pt x="1157635" y="476250"/>
                </a:lnTo>
                <a:lnTo>
                  <a:pt x="1270000" y="588615"/>
                </a:lnTo>
                <a:close/>
                <a:moveTo>
                  <a:pt x="377031" y="952500"/>
                </a:moveTo>
                <a:cubicBezTo>
                  <a:pt x="431792" y="952500"/>
                  <a:pt x="476250" y="996958"/>
                  <a:pt x="476250" y="1051719"/>
                </a:cubicBezTo>
                <a:cubicBezTo>
                  <a:pt x="476250" y="1106479"/>
                  <a:pt x="431792" y="1150938"/>
                  <a:pt x="377031" y="1150938"/>
                </a:cubicBezTo>
                <a:cubicBezTo>
                  <a:pt x="322271" y="1150938"/>
                  <a:pt x="277813" y="1106479"/>
                  <a:pt x="277813" y="1051719"/>
                </a:cubicBezTo>
                <a:cubicBezTo>
                  <a:pt x="277813" y="996958"/>
                  <a:pt x="322271" y="952500"/>
                  <a:pt x="377031" y="952500"/>
                </a:cubicBezTo>
                <a:close/>
                <a:moveTo>
                  <a:pt x="952500" y="1051719"/>
                </a:moveTo>
                <a:cubicBezTo>
                  <a:pt x="952500" y="996958"/>
                  <a:pt x="996958" y="952500"/>
                  <a:pt x="1051719" y="952500"/>
                </a:cubicBezTo>
                <a:cubicBezTo>
                  <a:pt x="1106479" y="952500"/>
                  <a:pt x="1150938" y="996958"/>
                  <a:pt x="1150938" y="1051719"/>
                </a:cubicBezTo>
                <a:cubicBezTo>
                  <a:pt x="1150938" y="1106479"/>
                  <a:pt x="1106479" y="1150938"/>
                  <a:pt x="1051719" y="1150938"/>
                </a:cubicBezTo>
                <a:cubicBezTo>
                  <a:pt x="996958" y="1150938"/>
                  <a:pt x="952500" y="1106479"/>
                  <a:pt x="952500" y="1051719"/>
                </a:cubicBezTo>
                <a:close/>
                <a:moveTo>
                  <a:pt x="436563" y="337344"/>
                </a:moveTo>
                <a:cubicBezTo>
                  <a:pt x="436563" y="315516"/>
                  <a:pt x="454422" y="297656"/>
                  <a:pt x="476250" y="297656"/>
                </a:cubicBezTo>
                <a:lnTo>
                  <a:pt x="555625" y="297656"/>
                </a:lnTo>
                <a:cubicBezTo>
                  <a:pt x="577453" y="297656"/>
                  <a:pt x="595313" y="315516"/>
                  <a:pt x="595313" y="337344"/>
                </a:cubicBezTo>
                <a:lnTo>
                  <a:pt x="595313" y="436563"/>
                </a:lnTo>
                <a:lnTo>
                  <a:pt x="694531" y="436563"/>
                </a:lnTo>
                <a:cubicBezTo>
                  <a:pt x="716359" y="436563"/>
                  <a:pt x="734219" y="454422"/>
                  <a:pt x="734219" y="476250"/>
                </a:cubicBezTo>
                <a:lnTo>
                  <a:pt x="734219" y="555625"/>
                </a:lnTo>
                <a:cubicBezTo>
                  <a:pt x="734219" y="577453"/>
                  <a:pt x="716359" y="595313"/>
                  <a:pt x="694531" y="595313"/>
                </a:cubicBezTo>
                <a:lnTo>
                  <a:pt x="595313" y="595313"/>
                </a:lnTo>
                <a:lnTo>
                  <a:pt x="595313" y="694531"/>
                </a:lnTo>
                <a:cubicBezTo>
                  <a:pt x="595313" y="716359"/>
                  <a:pt x="577453" y="734219"/>
                  <a:pt x="555625" y="734219"/>
                </a:cubicBezTo>
                <a:lnTo>
                  <a:pt x="476250" y="734219"/>
                </a:lnTo>
                <a:cubicBezTo>
                  <a:pt x="454422" y="734219"/>
                  <a:pt x="436563" y="716359"/>
                  <a:pt x="436563" y="694531"/>
                </a:cubicBezTo>
                <a:lnTo>
                  <a:pt x="436563" y="595313"/>
                </a:lnTo>
                <a:lnTo>
                  <a:pt x="337344" y="595313"/>
                </a:lnTo>
                <a:cubicBezTo>
                  <a:pt x="315516" y="595313"/>
                  <a:pt x="297656" y="577453"/>
                  <a:pt x="297656" y="555625"/>
                </a:cubicBezTo>
                <a:lnTo>
                  <a:pt x="297656" y="476250"/>
                </a:lnTo>
                <a:cubicBezTo>
                  <a:pt x="297656" y="454422"/>
                  <a:pt x="315516" y="436563"/>
                  <a:pt x="337344" y="436563"/>
                </a:cubicBezTo>
                <a:lnTo>
                  <a:pt x="436563" y="436563"/>
                </a:lnTo>
                <a:lnTo>
                  <a:pt x="436563" y="337344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4" name="Text 22"/>
          <p:cNvSpPr/>
          <p:nvPr/>
        </p:nvSpPr>
        <p:spPr>
          <a:xfrm>
            <a:off x="11911211" y="6673850"/>
            <a:ext cx="1739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custGeom>
            <a:avLst/>
            <a:gdLst/>
            <a:ahLst/>
            <a:cxnLst/>
            <a:rect l="l" t="t" r="r" b="b"/>
            <a:pathLst>
              <a:path w="101600" h="9144000">
                <a:moveTo>
                  <a:pt x="0" y="0"/>
                </a:moveTo>
                <a:lnTo>
                  <a:pt x="101600" y="0"/>
                </a:lnTo>
                <a:lnTo>
                  <a:pt x="1016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080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0" y="0"/>
                </a:moveTo>
                <a:lnTo>
                  <a:pt x="1219200" y="0"/>
                </a:lnTo>
                <a:lnTo>
                  <a:pt x="121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12800"/>
            <a:ext cx="454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00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ACTIVITIES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19200"/>
            <a:ext cx="482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93192" y="508000"/>
            <a:ext cx="2717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dirty="0">
                <a:solidFill>
                  <a:srgbClr val="CC0000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476500"/>
            <a:ext cx="4737100" cy="3835400"/>
          </a:xfrm>
          <a:custGeom>
            <a:avLst/>
            <a:gdLst/>
            <a:ahLst/>
            <a:cxnLst/>
            <a:rect l="l" t="t" r="r" b="b"/>
            <a:pathLst>
              <a:path w="4737100" h="3835400">
                <a:moveTo>
                  <a:pt x="0" y="0"/>
                </a:moveTo>
                <a:lnTo>
                  <a:pt x="4737100" y="0"/>
                </a:lnTo>
                <a:lnTo>
                  <a:pt x="4737100" y="3835400"/>
                </a:lnTo>
                <a:lnTo>
                  <a:pt x="0" y="383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219200" y="2781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438275" y="299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80293"/>
                </a:moveTo>
                <a:lnTo>
                  <a:pt x="179338" y="64815"/>
                </a:lnTo>
                <a:cubicBezTo>
                  <a:pt x="160734" y="39067"/>
                  <a:pt x="130894" y="23812"/>
                  <a:pt x="99045" y="23812"/>
                </a:cubicBezTo>
                <a:cubicBezTo>
                  <a:pt x="44351" y="23812"/>
                  <a:pt x="0" y="68163"/>
                  <a:pt x="0" y="122858"/>
                </a:cubicBezTo>
                <a:lnTo>
                  <a:pt x="0" y="124792"/>
                </a:lnTo>
                <a:cubicBezTo>
                  <a:pt x="0" y="142354"/>
                  <a:pt x="4614" y="160511"/>
                  <a:pt x="12353" y="178594"/>
                </a:cubicBezTo>
                <a:lnTo>
                  <a:pt x="91232" y="178594"/>
                </a:lnTo>
                <a:cubicBezTo>
                  <a:pt x="93613" y="178594"/>
                  <a:pt x="95771" y="177180"/>
                  <a:pt x="96738" y="174947"/>
                </a:cubicBezTo>
                <a:lnTo>
                  <a:pt x="120402" y="118170"/>
                </a:lnTo>
                <a:cubicBezTo>
                  <a:pt x="123155" y="111621"/>
                  <a:pt x="129555" y="107305"/>
                  <a:pt x="136624" y="107156"/>
                </a:cubicBezTo>
                <a:cubicBezTo>
                  <a:pt x="143694" y="107007"/>
                  <a:pt x="150242" y="111175"/>
                  <a:pt x="153144" y="117649"/>
                </a:cubicBezTo>
                <a:lnTo>
                  <a:pt x="191319" y="202406"/>
                </a:lnTo>
                <a:lnTo>
                  <a:pt x="222126" y="140791"/>
                </a:lnTo>
                <a:cubicBezTo>
                  <a:pt x="225177" y="134764"/>
                  <a:pt x="231353" y="130894"/>
                  <a:pt x="238125" y="130894"/>
                </a:cubicBezTo>
                <a:cubicBezTo>
                  <a:pt x="244897" y="130894"/>
                  <a:pt x="251073" y="134689"/>
                  <a:pt x="254124" y="140791"/>
                </a:cubicBezTo>
                <a:lnTo>
                  <a:pt x="271388" y="175245"/>
                </a:lnTo>
                <a:cubicBezTo>
                  <a:pt x="272430" y="177254"/>
                  <a:pt x="274439" y="178519"/>
                  <a:pt x="276746" y="178519"/>
                </a:cubicBezTo>
                <a:lnTo>
                  <a:pt x="368722" y="178519"/>
                </a:lnTo>
                <a:cubicBezTo>
                  <a:pt x="376535" y="160437"/>
                  <a:pt x="381074" y="142280"/>
                  <a:pt x="381074" y="124718"/>
                </a:cubicBezTo>
                <a:lnTo>
                  <a:pt x="381074" y="122783"/>
                </a:lnTo>
                <a:cubicBezTo>
                  <a:pt x="381000" y="68163"/>
                  <a:pt x="336649" y="23812"/>
                  <a:pt x="281955" y="23812"/>
                </a:cubicBezTo>
                <a:cubicBezTo>
                  <a:pt x="250180" y="23812"/>
                  <a:pt x="220266" y="39067"/>
                  <a:pt x="201662" y="64815"/>
                </a:cubicBezTo>
                <a:lnTo>
                  <a:pt x="190500" y="80218"/>
                </a:lnTo>
                <a:close/>
                <a:moveTo>
                  <a:pt x="349448" y="214313"/>
                </a:moveTo>
                <a:lnTo>
                  <a:pt x="276671" y="214313"/>
                </a:lnTo>
                <a:cubicBezTo>
                  <a:pt x="260896" y="214313"/>
                  <a:pt x="246459" y="205383"/>
                  <a:pt x="239390" y="191244"/>
                </a:cubicBezTo>
                <a:lnTo>
                  <a:pt x="238125" y="188714"/>
                </a:lnTo>
                <a:lnTo>
                  <a:pt x="206499" y="252040"/>
                </a:lnTo>
                <a:cubicBezTo>
                  <a:pt x="203448" y="258217"/>
                  <a:pt x="197048" y="262086"/>
                  <a:pt x="190128" y="261938"/>
                </a:cubicBezTo>
                <a:cubicBezTo>
                  <a:pt x="183207" y="261789"/>
                  <a:pt x="177031" y="257696"/>
                  <a:pt x="174203" y="251445"/>
                </a:cubicBezTo>
                <a:lnTo>
                  <a:pt x="137517" y="169962"/>
                </a:lnTo>
                <a:lnTo>
                  <a:pt x="129704" y="188714"/>
                </a:lnTo>
                <a:cubicBezTo>
                  <a:pt x="123230" y="204267"/>
                  <a:pt x="108049" y="214387"/>
                  <a:pt x="91232" y="214387"/>
                </a:cubicBezTo>
                <a:lnTo>
                  <a:pt x="31552" y="214387"/>
                </a:lnTo>
                <a:cubicBezTo>
                  <a:pt x="66675" y="269304"/>
                  <a:pt x="123081" y="319832"/>
                  <a:pt x="158353" y="346770"/>
                </a:cubicBezTo>
                <a:cubicBezTo>
                  <a:pt x="167580" y="353764"/>
                  <a:pt x="178891" y="357262"/>
                  <a:pt x="190426" y="357262"/>
                </a:cubicBezTo>
                <a:cubicBezTo>
                  <a:pt x="201960" y="357262"/>
                  <a:pt x="213345" y="353839"/>
                  <a:pt x="222498" y="346770"/>
                </a:cubicBezTo>
                <a:cubicBezTo>
                  <a:pt x="257919" y="319757"/>
                  <a:pt x="314325" y="269230"/>
                  <a:pt x="349448" y="214313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3797300"/>
            <a:ext cx="4279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CPR &amp; AED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4343400"/>
            <a:ext cx="422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cardiopulmonary resuscitation and automated external defibrillator use through hands-on practice with training manikins.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19200" y="5543550"/>
            <a:ext cx="4127500" cy="12700"/>
          </a:xfrm>
          <a:custGeom>
            <a:avLst/>
            <a:gdLst/>
            <a:ahLst/>
            <a:cxnLst/>
            <a:rect l="l" t="t" r="r" b="b"/>
            <a:pathLst>
              <a:path w="4127500" h="12700">
                <a:moveTo>
                  <a:pt x="0" y="0"/>
                </a:moveTo>
                <a:lnTo>
                  <a:pt x="4127500" y="0"/>
                </a:lnTo>
                <a:lnTo>
                  <a:pt x="4127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57531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LIFE-SAVING SKILL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60467" y="2476500"/>
            <a:ext cx="4737100" cy="3835400"/>
          </a:xfrm>
          <a:custGeom>
            <a:avLst/>
            <a:gdLst/>
            <a:ahLst/>
            <a:cxnLst/>
            <a:rect l="l" t="t" r="r" b="b"/>
            <a:pathLst>
              <a:path w="4737100" h="3835400">
                <a:moveTo>
                  <a:pt x="0" y="0"/>
                </a:moveTo>
                <a:lnTo>
                  <a:pt x="4737100" y="0"/>
                </a:lnTo>
                <a:lnTo>
                  <a:pt x="4737100" y="3835400"/>
                </a:lnTo>
                <a:lnTo>
                  <a:pt x="0" y="38354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5267" y="2781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0530" y="29972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45281" y="309563"/>
                </a:moveTo>
                <a:lnTo>
                  <a:pt x="381000" y="309563"/>
                </a:lnTo>
                <a:cubicBezTo>
                  <a:pt x="407268" y="309563"/>
                  <a:pt x="428625" y="288206"/>
                  <a:pt x="428625" y="261938"/>
                </a:cubicBezTo>
                <a:lnTo>
                  <a:pt x="428625" y="119063"/>
                </a:lnTo>
                <a:cubicBezTo>
                  <a:pt x="428625" y="92794"/>
                  <a:pt x="407268" y="71438"/>
                  <a:pt x="381000" y="71438"/>
                </a:cubicBezTo>
                <a:lnTo>
                  <a:pt x="345281" y="71438"/>
                </a:lnTo>
                <a:lnTo>
                  <a:pt x="345281" y="309563"/>
                </a:lnTo>
                <a:close/>
                <a:moveTo>
                  <a:pt x="309563" y="71438"/>
                </a:moveTo>
                <a:lnTo>
                  <a:pt x="119063" y="71438"/>
                </a:lnTo>
                <a:lnTo>
                  <a:pt x="119063" y="309563"/>
                </a:lnTo>
                <a:lnTo>
                  <a:pt x="309563" y="309563"/>
                </a:lnTo>
                <a:lnTo>
                  <a:pt x="309563" y="71438"/>
                </a:lnTo>
                <a:close/>
                <a:moveTo>
                  <a:pt x="47625" y="71438"/>
                </a:moveTo>
                <a:cubicBezTo>
                  <a:pt x="21357" y="71438"/>
                  <a:pt x="0" y="92794"/>
                  <a:pt x="0" y="119063"/>
                </a:cubicBezTo>
                <a:lnTo>
                  <a:pt x="0" y="261938"/>
                </a:lnTo>
                <a:cubicBezTo>
                  <a:pt x="0" y="288206"/>
                  <a:pt x="21357" y="309563"/>
                  <a:pt x="47625" y="309563"/>
                </a:cubicBezTo>
                <a:lnTo>
                  <a:pt x="83344" y="309563"/>
                </a:lnTo>
                <a:lnTo>
                  <a:pt x="83344" y="71438"/>
                </a:lnTo>
                <a:lnTo>
                  <a:pt x="47625" y="71438"/>
                </a:lnTo>
                <a:close/>
                <a:moveTo>
                  <a:pt x="160734" y="154781"/>
                </a:moveTo>
                <a:cubicBezTo>
                  <a:pt x="160734" y="144924"/>
                  <a:pt x="168737" y="136922"/>
                  <a:pt x="178594" y="136922"/>
                </a:cubicBezTo>
                <a:cubicBezTo>
                  <a:pt x="188451" y="136922"/>
                  <a:pt x="196453" y="144924"/>
                  <a:pt x="196453" y="154781"/>
                </a:cubicBezTo>
                <a:cubicBezTo>
                  <a:pt x="196453" y="164638"/>
                  <a:pt x="188451" y="172641"/>
                  <a:pt x="178594" y="172641"/>
                </a:cubicBezTo>
                <a:cubicBezTo>
                  <a:pt x="168737" y="172641"/>
                  <a:pt x="160734" y="164638"/>
                  <a:pt x="160734" y="154781"/>
                </a:cubicBezTo>
                <a:close/>
                <a:moveTo>
                  <a:pt x="250031" y="136922"/>
                </a:moveTo>
                <a:cubicBezTo>
                  <a:pt x="259888" y="136922"/>
                  <a:pt x="267891" y="144924"/>
                  <a:pt x="267891" y="154781"/>
                </a:cubicBezTo>
                <a:cubicBezTo>
                  <a:pt x="267891" y="164638"/>
                  <a:pt x="259888" y="172641"/>
                  <a:pt x="250031" y="172641"/>
                </a:cubicBezTo>
                <a:cubicBezTo>
                  <a:pt x="240174" y="172641"/>
                  <a:pt x="232172" y="164638"/>
                  <a:pt x="232172" y="154781"/>
                </a:cubicBezTo>
                <a:cubicBezTo>
                  <a:pt x="232172" y="144924"/>
                  <a:pt x="240174" y="136922"/>
                  <a:pt x="250031" y="136922"/>
                </a:cubicBezTo>
                <a:close/>
                <a:moveTo>
                  <a:pt x="160734" y="226219"/>
                </a:moveTo>
                <a:cubicBezTo>
                  <a:pt x="160734" y="216362"/>
                  <a:pt x="168737" y="208359"/>
                  <a:pt x="178594" y="208359"/>
                </a:cubicBezTo>
                <a:cubicBezTo>
                  <a:pt x="188451" y="208359"/>
                  <a:pt x="196453" y="216362"/>
                  <a:pt x="196453" y="226219"/>
                </a:cubicBezTo>
                <a:cubicBezTo>
                  <a:pt x="196453" y="236076"/>
                  <a:pt x="188451" y="244078"/>
                  <a:pt x="178594" y="244078"/>
                </a:cubicBezTo>
                <a:cubicBezTo>
                  <a:pt x="168737" y="244078"/>
                  <a:pt x="160734" y="236076"/>
                  <a:pt x="160734" y="226219"/>
                </a:cubicBezTo>
                <a:close/>
                <a:moveTo>
                  <a:pt x="250031" y="208359"/>
                </a:moveTo>
                <a:cubicBezTo>
                  <a:pt x="259888" y="208359"/>
                  <a:pt x="267891" y="216362"/>
                  <a:pt x="267891" y="226219"/>
                </a:cubicBezTo>
                <a:cubicBezTo>
                  <a:pt x="267891" y="236076"/>
                  <a:pt x="259888" y="244078"/>
                  <a:pt x="250031" y="244078"/>
                </a:cubicBezTo>
                <a:cubicBezTo>
                  <a:pt x="240174" y="244078"/>
                  <a:pt x="232172" y="236076"/>
                  <a:pt x="232172" y="226219"/>
                </a:cubicBezTo>
                <a:cubicBezTo>
                  <a:pt x="232172" y="216362"/>
                  <a:pt x="240174" y="208359"/>
                  <a:pt x="250031" y="208359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5267" y="3797300"/>
            <a:ext cx="4279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Wound Care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5267" y="4343400"/>
            <a:ext cx="422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proper techniques for treating cuts, burns, bleeding control, and bandaging through realistic scenario practice.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5267" y="5543550"/>
            <a:ext cx="4127500" cy="12700"/>
          </a:xfrm>
          <a:custGeom>
            <a:avLst/>
            <a:gdLst/>
            <a:ahLst/>
            <a:cxnLst/>
            <a:rect l="l" t="t" r="r" b="b"/>
            <a:pathLst>
              <a:path w="4127500" h="12700">
                <a:moveTo>
                  <a:pt x="0" y="0"/>
                </a:moveTo>
                <a:lnTo>
                  <a:pt x="4127500" y="0"/>
                </a:lnTo>
                <a:lnTo>
                  <a:pt x="4127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5267" y="57531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BASICS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006534" y="2476500"/>
            <a:ext cx="4737100" cy="3835400"/>
          </a:xfrm>
          <a:custGeom>
            <a:avLst/>
            <a:gdLst/>
            <a:ahLst/>
            <a:cxnLst/>
            <a:rect l="l" t="t" r="r" b="b"/>
            <a:pathLst>
              <a:path w="4737100" h="3835400">
                <a:moveTo>
                  <a:pt x="0" y="0"/>
                </a:moveTo>
                <a:lnTo>
                  <a:pt x="4737100" y="0"/>
                </a:lnTo>
                <a:lnTo>
                  <a:pt x="4737100" y="3835400"/>
                </a:lnTo>
                <a:lnTo>
                  <a:pt x="0" y="383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11334" y="2781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82784" y="29972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46893" y="119063"/>
                </a:moveTo>
                <a:cubicBezTo>
                  <a:pt x="143991" y="119063"/>
                  <a:pt x="141536" y="116979"/>
                  <a:pt x="140866" y="114151"/>
                </a:cubicBezTo>
                <a:cubicBezTo>
                  <a:pt x="133276" y="82823"/>
                  <a:pt x="105073" y="59531"/>
                  <a:pt x="71438" y="59531"/>
                </a:cubicBezTo>
                <a:cubicBezTo>
                  <a:pt x="31998" y="59531"/>
                  <a:pt x="0" y="91529"/>
                  <a:pt x="0" y="130969"/>
                </a:cubicBezTo>
                <a:cubicBezTo>
                  <a:pt x="0" y="152623"/>
                  <a:pt x="9599" y="171971"/>
                  <a:pt x="24780" y="185068"/>
                </a:cubicBezTo>
                <a:cubicBezTo>
                  <a:pt x="27980" y="187821"/>
                  <a:pt x="27980" y="193104"/>
                  <a:pt x="24780" y="195858"/>
                </a:cubicBezTo>
                <a:cubicBezTo>
                  <a:pt x="9599" y="208955"/>
                  <a:pt x="0" y="228377"/>
                  <a:pt x="0" y="249957"/>
                </a:cubicBezTo>
                <a:cubicBezTo>
                  <a:pt x="0" y="289396"/>
                  <a:pt x="31998" y="321394"/>
                  <a:pt x="71438" y="321394"/>
                </a:cubicBezTo>
                <a:cubicBezTo>
                  <a:pt x="105073" y="321394"/>
                  <a:pt x="133276" y="298103"/>
                  <a:pt x="140866" y="266774"/>
                </a:cubicBezTo>
                <a:cubicBezTo>
                  <a:pt x="141536" y="263947"/>
                  <a:pt x="143991" y="261863"/>
                  <a:pt x="146893" y="261863"/>
                </a:cubicBezTo>
                <a:lnTo>
                  <a:pt x="329282" y="261863"/>
                </a:lnTo>
                <a:cubicBezTo>
                  <a:pt x="332184" y="261863"/>
                  <a:pt x="334640" y="263947"/>
                  <a:pt x="335310" y="266774"/>
                </a:cubicBezTo>
                <a:cubicBezTo>
                  <a:pt x="342900" y="298103"/>
                  <a:pt x="371103" y="321394"/>
                  <a:pt x="404738" y="321394"/>
                </a:cubicBezTo>
                <a:cubicBezTo>
                  <a:pt x="444178" y="321394"/>
                  <a:pt x="476176" y="289396"/>
                  <a:pt x="476176" y="249957"/>
                </a:cubicBezTo>
                <a:cubicBezTo>
                  <a:pt x="476176" y="228302"/>
                  <a:pt x="466576" y="208955"/>
                  <a:pt x="451396" y="195858"/>
                </a:cubicBezTo>
                <a:cubicBezTo>
                  <a:pt x="448196" y="193104"/>
                  <a:pt x="448196" y="187821"/>
                  <a:pt x="451396" y="185068"/>
                </a:cubicBezTo>
                <a:cubicBezTo>
                  <a:pt x="466576" y="171971"/>
                  <a:pt x="476176" y="152549"/>
                  <a:pt x="476176" y="130969"/>
                </a:cubicBezTo>
                <a:cubicBezTo>
                  <a:pt x="476176" y="91529"/>
                  <a:pt x="444178" y="59531"/>
                  <a:pt x="404738" y="59531"/>
                </a:cubicBezTo>
                <a:cubicBezTo>
                  <a:pt x="371103" y="59531"/>
                  <a:pt x="342900" y="82823"/>
                  <a:pt x="335310" y="114151"/>
                </a:cubicBezTo>
                <a:cubicBezTo>
                  <a:pt x="334640" y="116979"/>
                  <a:pt x="332184" y="119063"/>
                  <a:pt x="329282" y="119063"/>
                </a:cubicBezTo>
                <a:lnTo>
                  <a:pt x="146893" y="119063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4" name="Text 22"/>
          <p:cNvSpPr/>
          <p:nvPr/>
        </p:nvSpPr>
        <p:spPr>
          <a:xfrm>
            <a:off x="11311334" y="3797300"/>
            <a:ext cx="4279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Fractures &amp; Sprains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11334" y="4343400"/>
            <a:ext cx="422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splinting techniques and learn to identify and manage fractures, sprains, and musculoskeletal injuries.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311334" y="5543550"/>
            <a:ext cx="4127500" cy="12700"/>
          </a:xfrm>
          <a:custGeom>
            <a:avLst/>
            <a:gdLst/>
            <a:ahLst/>
            <a:cxnLst/>
            <a:rect l="l" t="t" r="r" b="b"/>
            <a:pathLst>
              <a:path w="4127500" h="12700">
                <a:moveTo>
                  <a:pt x="0" y="0"/>
                </a:moveTo>
                <a:lnTo>
                  <a:pt x="4127500" y="0"/>
                </a:lnTo>
                <a:lnTo>
                  <a:pt x="4127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7" name="Text 25"/>
          <p:cNvSpPr/>
          <p:nvPr/>
        </p:nvSpPr>
        <p:spPr>
          <a:xfrm>
            <a:off x="11311334" y="57531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INJURY MANAGEMENT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" y="6616700"/>
            <a:ext cx="4737100" cy="3835400"/>
          </a:xfrm>
          <a:custGeom>
            <a:avLst/>
            <a:gdLst/>
            <a:ahLst/>
            <a:cxnLst/>
            <a:rect l="l" t="t" r="r" b="b"/>
            <a:pathLst>
              <a:path w="4737100" h="3835400">
                <a:moveTo>
                  <a:pt x="0" y="0"/>
                </a:moveTo>
                <a:lnTo>
                  <a:pt x="4737100" y="0"/>
                </a:lnTo>
                <a:lnTo>
                  <a:pt x="4737100" y="3835400"/>
                </a:lnTo>
                <a:lnTo>
                  <a:pt x="0" y="38354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200" y="6921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438275" y="7137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1438" y="381000"/>
                </a:moveTo>
                <a:lnTo>
                  <a:pt x="119063" y="381000"/>
                </a:lnTo>
                <a:cubicBezTo>
                  <a:pt x="158502" y="381000"/>
                  <a:pt x="190500" y="349002"/>
                  <a:pt x="190500" y="309563"/>
                </a:cubicBezTo>
                <a:lnTo>
                  <a:pt x="190500" y="250031"/>
                </a:lnTo>
                <a:cubicBezTo>
                  <a:pt x="190500" y="243483"/>
                  <a:pt x="195858" y="238125"/>
                  <a:pt x="202406" y="238125"/>
                </a:cubicBezTo>
                <a:lnTo>
                  <a:pt x="203150" y="238125"/>
                </a:lnTo>
                <a:cubicBezTo>
                  <a:pt x="222498" y="238125"/>
                  <a:pt x="238125" y="222498"/>
                  <a:pt x="238125" y="203150"/>
                </a:cubicBezTo>
                <a:cubicBezTo>
                  <a:pt x="238125" y="194965"/>
                  <a:pt x="235223" y="187077"/>
                  <a:pt x="230014" y="180752"/>
                </a:cubicBezTo>
                <a:lnTo>
                  <a:pt x="203374" y="148828"/>
                </a:lnTo>
                <a:cubicBezTo>
                  <a:pt x="201960" y="147042"/>
                  <a:pt x="200992" y="144884"/>
                  <a:pt x="200695" y="142652"/>
                </a:cubicBezTo>
                <a:cubicBezTo>
                  <a:pt x="189012" y="61987"/>
                  <a:pt x="119583" y="0"/>
                  <a:pt x="35719" y="0"/>
                </a:cubicBezTo>
                <a:cubicBezTo>
                  <a:pt x="30063" y="0"/>
                  <a:pt x="24482" y="298"/>
                  <a:pt x="18901" y="819"/>
                </a:cubicBezTo>
                <a:cubicBezTo>
                  <a:pt x="7813" y="1935"/>
                  <a:pt x="0" y="11832"/>
                  <a:pt x="0" y="22994"/>
                </a:cubicBezTo>
                <a:lnTo>
                  <a:pt x="0" y="357188"/>
                </a:lnTo>
                <a:cubicBezTo>
                  <a:pt x="0" y="370359"/>
                  <a:pt x="10641" y="381000"/>
                  <a:pt x="23812" y="381000"/>
                </a:cubicBezTo>
                <a:lnTo>
                  <a:pt x="71438" y="381000"/>
                </a:lnTo>
                <a:close/>
                <a:moveTo>
                  <a:pt x="83344" y="142875"/>
                </a:moveTo>
                <a:cubicBezTo>
                  <a:pt x="83344" y="129733"/>
                  <a:pt x="94014" y="119063"/>
                  <a:pt x="107156" y="119063"/>
                </a:cubicBezTo>
                <a:cubicBezTo>
                  <a:pt x="120299" y="119063"/>
                  <a:pt x="130969" y="129733"/>
                  <a:pt x="130969" y="142875"/>
                </a:cubicBezTo>
                <a:cubicBezTo>
                  <a:pt x="130969" y="156017"/>
                  <a:pt x="120299" y="166688"/>
                  <a:pt x="107156" y="166688"/>
                </a:cubicBezTo>
                <a:cubicBezTo>
                  <a:pt x="94014" y="166688"/>
                  <a:pt x="83344" y="156017"/>
                  <a:pt x="83344" y="142875"/>
                </a:cubicBezTo>
                <a:close/>
                <a:moveTo>
                  <a:pt x="130299" y="319385"/>
                </a:moveTo>
                <a:lnTo>
                  <a:pt x="99417" y="316781"/>
                </a:lnTo>
                <a:cubicBezTo>
                  <a:pt x="90339" y="316037"/>
                  <a:pt x="83344" y="308446"/>
                  <a:pt x="83344" y="299368"/>
                </a:cubicBezTo>
                <a:cubicBezTo>
                  <a:pt x="83344" y="291331"/>
                  <a:pt x="88776" y="284336"/>
                  <a:pt x="96589" y="282401"/>
                </a:cubicBezTo>
                <a:lnTo>
                  <a:pt x="126653" y="274886"/>
                </a:lnTo>
                <a:cubicBezTo>
                  <a:pt x="140940" y="271314"/>
                  <a:pt x="154781" y="282104"/>
                  <a:pt x="154781" y="296838"/>
                </a:cubicBezTo>
                <a:cubicBezTo>
                  <a:pt x="154781" y="310083"/>
                  <a:pt x="143470" y="320501"/>
                  <a:pt x="130299" y="319385"/>
                </a:cubicBezTo>
                <a:close/>
                <a:moveTo>
                  <a:pt x="357188" y="232172"/>
                </a:moveTo>
                <a:cubicBezTo>
                  <a:pt x="367044" y="232172"/>
                  <a:pt x="375047" y="224169"/>
                  <a:pt x="375047" y="214313"/>
                </a:cubicBezTo>
                <a:cubicBezTo>
                  <a:pt x="375047" y="204456"/>
                  <a:pt x="367044" y="196453"/>
                  <a:pt x="357188" y="196453"/>
                </a:cubicBezTo>
                <a:cubicBezTo>
                  <a:pt x="347331" y="196453"/>
                  <a:pt x="339328" y="204456"/>
                  <a:pt x="339328" y="214313"/>
                </a:cubicBezTo>
                <a:cubicBezTo>
                  <a:pt x="339328" y="224169"/>
                  <a:pt x="347331" y="232172"/>
                  <a:pt x="357188" y="232172"/>
                </a:cubicBezTo>
                <a:close/>
                <a:moveTo>
                  <a:pt x="327422" y="250031"/>
                </a:moveTo>
                <a:cubicBezTo>
                  <a:pt x="327422" y="240174"/>
                  <a:pt x="319419" y="232172"/>
                  <a:pt x="309563" y="232172"/>
                </a:cubicBezTo>
                <a:cubicBezTo>
                  <a:pt x="299706" y="232172"/>
                  <a:pt x="291703" y="240174"/>
                  <a:pt x="291703" y="250031"/>
                </a:cubicBezTo>
                <a:cubicBezTo>
                  <a:pt x="291703" y="259888"/>
                  <a:pt x="299706" y="267891"/>
                  <a:pt x="309563" y="267891"/>
                </a:cubicBezTo>
                <a:cubicBezTo>
                  <a:pt x="319419" y="267891"/>
                  <a:pt x="327422" y="259888"/>
                  <a:pt x="327422" y="250031"/>
                </a:cubicBezTo>
                <a:close/>
                <a:moveTo>
                  <a:pt x="279797" y="285750"/>
                </a:moveTo>
                <a:cubicBezTo>
                  <a:pt x="279797" y="275893"/>
                  <a:pt x="271794" y="267891"/>
                  <a:pt x="261938" y="267891"/>
                </a:cubicBezTo>
                <a:cubicBezTo>
                  <a:pt x="252081" y="267891"/>
                  <a:pt x="244078" y="275893"/>
                  <a:pt x="244078" y="285750"/>
                </a:cubicBezTo>
                <a:cubicBezTo>
                  <a:pt x="244078" y="295607"/>
                  <a:pt x="252081" y="303609"/>
                  <a:pt x="261938" y="303609"/>
                </a:cubicBezTo>
                <a:cubicBezTo>
                  <a:pt x="271794" y="303609"/>
                  <a:pt x="279797" y="295607"/>
                  <a:pt x="279797" y="285750"/>
                </a:cubicBezTo>
                <a:close/>
                <a:moveTo>
                  <a:pt x="375047" y="285750"/>
                </a:moveTo>
                <a:cubicBezTo>
                  <a:pt x="375047" y="275893"/>
                  <a:pt x="367044" y="267891"/>
                  <a:pt x="357188" y="267891"/>
                </a:cubicBezTo>
                <a:cubicBezTo>
                  <a:pt x="347331" y="267891"/>
                  <a:pt x="339328" y="275893"/>
                  <a:pt x="339328" y="285750"/>
                </a:cubicBezTo>
                <a:cubicBezTo>
                  <a:pt x="339328" y="295607"/>
                  <a:pt x="347331" y="303609"/>
                  <a:pt x="357188" y="303609"/>
                </a:cubicBezTo>
                <a:cubicBezTo>
                  <a:pt x="367044" y="303609"/>
                  <a:pt x="375047" y="295607"/>
                  <a:pt x="375047" y="285750"/>
                </a:cubicBezTo>
                <a:close/>
                <a:moveTo>
                  <a:pt x="357188" y="375047"/>
                </a:moveTo>
                <a:cubicBezTo>
                  <a:pt x="367044" y="375047"/>
                  <a:pt x="375047" y="367044"/>
                  <a:pt x="375047" y="357188"/>
                </a:cubicBezTo>
                <a:cubicBezTo>
                  <a:pt x="375047" y="347331"/>
                  <a:pt x="367044" y="339328"/>
                  <a:pt x="357188" y="339328"/>
                </a:cubicBezTo>
                <a:cubicBezTo>
                  <a:pt x="347331" y="339328"/>
                  <a:pt x="339328" y="347331"/>
                  <a:pt x="339328" y="357188"/>
                </a:cubicBezTo>
                <a:cubicBezTo>
                  <a:pt x="339328" y="367044"/>
                  <a:pt x="347331" y="375047"/>
                  <a:pt x="357188" y="375047"/>
                </a:cubicBezTo>
                <a:close/>
                <a:moveTo>
                  <a:pt x="327422" y="321469"/>
                </a:moveTo>
                <a:cubicBezTo>
                  <a:pt x="327422" y="311612"/>
                  <a:pt x="319419" y="303609"/>
                  <a:pt x="309563" y="303609"/>
                </a:cubicBezTo>
                <a:cubicBezTo>
                  <a:pt x="299706" y="303609"/>
                  <a:pt x="291703" y="311612"/>
                  <a:pt x="291703" y="321469"/>
                </a:cubicBezTo>
                <a:cubicBezTo>
                  <a:pt x="291703" y="331326"/>
                  <a:pt x="299706" y="339328"/>
                  <a:pt x="309563" y="339328"/>
                </a:cubicBezTo>
                <a:cubicBezTo>
                  <a:pt x="319419" y="339328"/>
                  <a:pt x="327422" y="331326"/>
                  <a:pt x="327422" y="321469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1" name="Text 29"/>
          <p:cNvSpPr/>
          <p:nvPr/>
        </p:nvSpPr>
        <p:spPr>
          <a:xfrm>
            <a:off x="1219200" y="7937500"/>
            <a:ext cx="4279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Choking Response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" y="8483600"/>
            <a:ext cx="422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the Heimlich maneuver and learn to respond quickly and effectively to choking emergencies.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19200" y="9683750"/>
            <a:ext cx="4127500" cy="12700"/>
          </a:xfrm>
          <a:custGeom>
            <a:avLst/>
            <a:gdLst/>
            <a:ahLst/>
            <a:cxnLst/>
            <a:rect l="l" t="t" r="r" b="b"/>
            <a:pathLst>
              <a:path w="4127500" h="12700">
                <a:moveTo>
                  <a:pt x="0" y="0"/>
                </a:moveTo>
                <a:lnTo>
                  <a:pt x="4127500" y="0"/>
                </a:lnTo>
                <a:lnTo>
                  <a:pt x="4127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4" name="Text 32"/>
          <p:cNvSpPr/>
          <p:nvPr/>
        </p:nvSpPr>
        <p:spPr>
          <a:xfrm>
            <a:off x="1219200" y="98933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RESPONSE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60467" y="6616700"/>
            <a:ext cx="4737100" cy="3835400"/>
          </a:xfrm>
          <a:custGeom>
            <a:avLst/>
            <a:gdLst/>
            <a:ahLst/>
            <a:cxnLst/>
            <a:rect l="l" t="t" r="r" b="b"/>
            <a:pathLst>
              <a:path w="4737100" h="3835400">
                <a:moveTo>
                  <a:pt x="0" y="0"/>
                </a:moveTo>
                <a:lnTo>
                  <a:pt x="4737100" y="0"/>
                </a:lnTo>
                <a:lnTo>
                  <a:pt x="4737100" y="3835400"/>
                </a:lnTo>
                <a:lnTo>
                  <a:pt x="0" y="3835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5267" y="6921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0530" y="7137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812" y="35719"/>
                </a:moveTo>
                <a:cubicBezTo>
                  <a:pt x="23812" y="15999"/>
                  <a:pt x="39812" y="0"/>
                  <a:pt x="59531" y="0"/>
                </a:cubicBezTo>
                <a:lnTo>
                  <a:pt x="95250" y="0"/>
                </a:lnTo>
                <a:cubicBezTo>
                  <a:pt x="108421" y="0"/>
                  <a:pt x="119063" y="10641"/>
                  <a:pt x="119063" y="23812"/>
                </a:cubicBezTo>
                <a:cubicBezTo>
                  <a:pt x="119063" y="36984"/>
                  <a:pt x="108421" y="47625"/>
                  <a:pt x="95250" y="47625"/>
                </a:cubicBezTo>
                <a:lnTo>
                  <a:pt x="71438" y="47625"/>
                </a:lnTo>
                <a:lnTo>
                  <a:pt x="71438" y="142875"/>
                </a:lnTo>
                <a:cubicBezTo>
                  <a:pt x="71438" y="182314"/>
                  <a:pt x="103436" y="214313"/>
                  <a:pt x="142875" y="214313"/>
                </a:cubicBezTo>
                <a:cubicBezTo>
                  <a:pt x="182314" y="214313"/>
                  <a:pt x="214313" y="182314"/>
                  <a:pt x="214313" y="142875"/>
                </a:cubicBezTo>
                <a:lnTo>
                  <a:pt x="214313" y="47625"/>
                </a:lnTo>
                <a:lnTo>
                  <a:pt x="190500" y="47625"/>
                </a:lnTo>
                <a:cubicBezTo>
                  <a:pt x="177329" y="47625"/>
                  <a:pt x="166688" y="36984"/>
                  <a:pt x="166688" y="23812"/>
                </a:cubicBezTo>
                <a:cubicBezTo>
                  <a:pt x="166688" y="10641"/>
                  <a:pt x="177329" y="0"/>
                  <a:pt x="190500" y="0"/>
                </a:cubicBezTo>
                <a:lnTo>
                  <a:pt x="226219" y="0"/>
                </a:lnTo>
                <a:cubicBezTo>
                  <a:pt x="245938" y="0"/>
                  <a:pt x="261938" y="15999"/>
                  <a:pt x="261938" y="35719"/>
                </a:cubicBezTo>
                <a:lnTo>
                  <a:pt x="261938" y="142875"/>
                </a:lnTo>
                <a:cubicBezTo>
                  <a:pt x="261938" y="200471"/>
                  <a:pt x="221010" y="248543"/>
                  <a:pt x="166688" y="259556"/>
                </a:cubicBezTo>
                <a:lnTo>
                  <a:pt x="166688" y="273844"/>
                </a:lnTo>
                <a:cubicBezTo>
                  <a:pt x="166688" y="319906"/>
                  <a:pt x="203969" y="357188"/>
                  <a:pt x="250031" y="357188"/>
                </a:cubicBezTo>
                <a:cubicBezTo>
                  <a:pt x="296094" y="357188"/>
                  <a:pt x="333375" y="319906"/>
                  <a:pt x="333375" y="273844"/>
                </a:cubicBezTo>
                <a:lnTo>
                  <a:pt x="333375" y="210220"/>
                </a:lnTo>
                <a:cubicBezTo>
                  <a:pt x="305619" y="200397"/>
                  <a:pt x="285750" y="173980"/>
                  <a:pt x="285750" y="142875"/>
                </a:cubicBezTo>
                <a:cubicBezTo>
                  <a:pt x="285750" y="103436"/>
                  <a:pt x="317748" y="71438"/>
                  <a:pt x="357188" y="71438"/>
                </a:cubicBezTo>
                <a:cubicBezTo>
                  <a:pt x="396627" y="71438"/>
                  <a:pt x="428625" y="103436"/>
                  <a:pt x="428625" y="142875"/>
                </a:cubicBezTo>
                <a:cubicBezTo>
                  <a:pt x="428625" y="173980"/>
                  <a:pt x="408756" y="200471"/>
                  <a:pt x="381000" y="210220"/>
                </a:cubicBezTo>
                <a:lnTo>
                  <a:pt x="381000" y="273844"/>
                </a:lnTo>
                <a:cubicBezTo>
                  <a:pt x="381000" y="346174"/>
                  <a:pt x="322362" y="404813"/>
                  <a:pt x="250031" y="404813"/>
                </a:cubicBezTo>
                <a:cubicBezTo>
                  <a:pt x="177701" y="404813"/>
                  <a:pt x="119063" y="346174"/>
                  <a:pt x="119063" y="273844"/>
                </a:cubicBezTo>
                <a:lnTo>
                  <a:pt x="119063" y="259556"/>
                </a:lnTo>
                <a:cubicBezTo>
                  <a:pt x="64740" y="248543"/>
                  <a:pt x="23812" y="200471"/>
                  <a:pt x="23812" y="142875"/>
                </a:cubicBezTo>
                <a:lnTo>
                  <a:pt x="23812" y="35719"/>
                </a:lnTo>
                <a:close/>
                <a:moveTo>
                  <a:pt x="357188" y="166688"/>
                </a:moveTo>
                <a:cubicBezTo>
                  <a:pt x="370330" y="166688"/>
                  <a:pt x="381000" y="156017"/>
                  <a:pt x="381000" y="142875"/>
                </a:cubicBezTo>
                <a:cubicBezTo>
                  <a:pt x="381000" y="129733"/>
                  <a:pt x="370330" y="119063"/>
                  <a:pt x="357188" y="119063"/>
                </a:cubicBezTo>
                <a:cubicBezTo>
                  <a:pt x="344045" y="119063"/>
                  <a:pt x="333375" y="129733"/>
                  <a:pt x="333375" y="142875"/>
                </a:cubicBezTo>
                <a:cubicBezTo>
                  <a:pt x="333375" y="156017"/>
                  <a:pt x="344045" y="166688"/>
                  <a:pt x="357188" y="166688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6265267" y="7937500"/>
            <a:ext cx="4279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Assessment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65267" y="8483600"/>
            <a:ext cx="422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to evaluate emergency situations, ensure safety, and make critical decisions under pressure.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5267" y="9683750"/>
            <a:ext cx="4127500" cy="12700"/>
          </a:xfrm>
          <a:custGeom>
            <a:avLst/>
            <a:gdLst/>
            <a:ahLst/>
            <a:cxnLst/>
            <a:rect l="l" t="t" r="r" b="b"/>
            <a:pathLst>
              <a:path w="4127500" h="12700">
                <a:moveTo>
                  <a:pt x="0" y="0"/>
                </a:moveTo>
                <a:lnTo>
                  <a:pt x="4127500" y="0"/>
                </a:lnTo>
                <a:lnTo>
                  <a:pt x="4127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6265267" y="98933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06534" y="6616700"/>
            <a:ext cx="4737100" cy="3835400"/>
          </a:xfrm>
          <a:custGeom>
            <a:avLst/>
            <a:gdLst/>
            <a:ahLst/>
            <a:cxnLst/>
            <a:rect l="l" t="t" r="r" b="b"/>
            <a:pathLst>
              <a:path w="4737100" h="3835400">
                <a:moveTo>
                  <a:pt x="0" y="0"/>
                </a:moveTo>
                <a:lnTo>
                  <a:pt x="4737100" y="0"/>
                </a:lnTo>
                <a:lnTo>
                  <a:pt x="4737100" y="3835400"/>
                </a:lnTo>
                <a:lnTo>
                  <a:pt x="0" y="38354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311334" y="6921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554222" y="71374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5953"/>
                </a:move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lose/>
                <a:moveTo>
                  <a:pt x="211336" y="238720"/>
                </a:moveTo>
                <a:cubicBezTo>
                  <a:pt x="207318" y="238348"/>
                  <a:pt x="203150" y="238125"/>
                  <a:pt x="198983" y="238125"/>
                </a:cubicBezTo>
                <a:lnTo>
                  <a:pt x="134317" y="238125"/>
                </a:lnTo>
                <a:cubicBezTo>
                  <a:pt x="130150" y="238125"/>
                  <a:pt x="126057" y="238348"/>
                  <a:pt x="121965" y="238720"/>
                </a:cubicBezTo>
                <a:lnTo>
                  <a:pt x="121965" y="288950"/>
                </a:lnTo>
                <a:cubicBezTo>
                  <a:pt x="134243" y="294605"/>
                  <a:pt x="142801" y="307032"/>
                  <a:pt x="142801" y="321394"/>
                </a:cubicBezTo>
                <a:cubicBezTo>
                  <a:pt x="142801" y="341114"/>
                  <a:pt x="126802" y="357113"/>
                  <a:pt x="107082" y="357113"/>
                </a:cubicBezTo>
                <a:cubicBezTo>
                  <a:pt x="87362" y="357113"/>
                  <a:pt x="71363" y="341114"/>
                  <a:pt x="71363" y="321394"/>
                </a:cubicBezTo>
                <a:cubicBezTo>
                  <a:pt x="71363" y="306958"/>
                  <a:pt x="79921" y="294531"/>
                  <a:pt x="92199" y="288950"/>
                </a:cubicBezTo>
                <a:lnTo>
                  <a:pt x="92199" y="245492"/>
                </a:lnTo>
                <a:cubicBezTo>
                  <a:pt x="45393" y="262682"/>
                  <a:pt x="11906" y="307777"/>
                  <a:pt x="11906" y="360611"/>
                </a:cubicBezTo>
                <a:cubicBezTo>
                  <a:pt x="11906" y="371847"/>
                  <a:pt x="21059" y="381000"/>
                  <a:pt x="32296" y="381000"/>
                </a:cubicBezTo>
                <a:lnTo>
                  <a:pt x="301005" y="381000"/>
                </a:lnTo>
                <a:cubicBezTo>
                  <a:pt x="312241" y="381000"/>
                  <a:pt x="321394" y="371847"/>
                  <a:pt x="321394" y="360611"/>
                </a:cubicBezTo>
                <a:cubicBezTo>
                  <a:pt x="321394" y="307777"/>
                  <a:pt x="287908" y="262756"/>
                  <a:pt x="241027" y="245566"/>
                </a:cubicBezTo>
                <a:lnTo>
                  <a:pt x="241027" y="273397"/>
                </a:lnTo>
                <a:cubicBezTo>
                  <a:pt x="258366" y="279499"/>
                  <a:pt x="270793" y="296094"/>
                  <a:pt x="270793" y="315516"/>
                </a:cubicBezTo>
                <a:lnTo>
                  <a:pt x="270793" y="339328"/>
                </a:lnTo>
                <a:cubicBezTo>
                  <a:pt x="270793" y="347514"/>
                  <a:pt x="264096" y="354211"/>
                  <a:pt x="255910" y="354211"/>
                </a:cubicBezTo>
                <a:cubicBezTo>
                  <a:pt x="247724" y="354211"/>
                  <a:pt x="241027" y="347514"/>
                  <a:pt x="241027" y="339328"/>
                </a:cubicBezTo>
                <a:lnTo>
                  <a:pt x="241027" y="315516"/>
                </a:lnTo>
                <a:cubicBezTo>
                  <a:pt x="241027" y="307330"/>
                  <a:pt x="234330" y="300633"/>
                  <a:pt x="226144" y="300633"/>
                </a:cubicBezTo>
                <a:cubicBezTo>
                  <a:pt x="217959" y="300633"/>
                  <a:pt x="211262" y="307330"/>
                  <a:pt x="211262" y="315516"/>
                </a:cubicBezTo>
                <a:lnTo>
                  <a:pt x="211262" y="339328"/>
                </a:lnTo>
                <a:cubicBezTo>
                  <a:pt x="211262" y="347514"/>
                  <a:pt x="204564" y="354211"/>
                  <a:pt x="196379" y="354211"/>
                </a:cubicBezTo>
                <a:cubicBezTo>
                  <a:pt x="188193" y="354211"/>
                  <a:pt x="181496" y="347514"/>
                  <a:pt x="181496" y="339328"/>
                </a:cubicBezTo>
                <a:lnTo>
                  <a:pt x="181496" y="315516"/>
                </a:lnTo>
                <a:cubicBezTo>
                  <a:pt x="181496" y="296094"/>
                  <a:pt x="193923" y="279574"/>
                  <a:pt x="211262" y="273397"/>
                </a:cubicBezTo>
                <a:lnTo>
                  <a:pt x="211262" y="23872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5" name="Text 43"/>
          <p:cNvSpPr/>
          <p:nvPr/>
        </p:nvSpPr>
        <p:spPr>
          <a:xfrm>
            <a:off x="11311334" y="7937500"/>
            <a:ext cx="4279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Guest Experts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11334" y="8483600"/>
            <a:ext cx="4229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from paramedics, nurses, and healthcare professionals who share real-world experience and insights.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311334" y="9683750"/>
            <a:ext cx="4127500" cy="12700"/>
          </a:xfrm>
          <a:custGeom>
            <a:avLst/>
            <a:gdLst/>
            <a:ahLst/>
            <a:cxnLst/>
            <a:rect l="l" t="t" r="r" b="b"/>
            <a:pathLst>
              <a:path w="4127500" h="12700">
                <a:moveTo>
                  <a:pt x="0" y="0"/>
                </a:moveTo>
                <a:lnTo>
                  <a:pt x="4127500" y="0"/>
                </a:lnTo>
                <a:lnTo>
                  <a:pt x="4127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11311334" y="98933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INSIGHT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6400" y="0"/>
            <a:ext cx="5689600" cy="9144000"/>
          </a:xfrm>
          <a:custGeom>
            <a:avLst/>
            <a:gdLst/>
            <a:ahLst/>
            <a:cxnLst/>
            <a:rect l="l" t="t" r="r" b="b"/>
            <a:pathLst>
              <a:path w="5689600" h="9144000">
                <a:moveTo>
                  <a:pt x="0" y="0"/>
                </a:moveTo>
                <a:lnTo>
                  <a:pt x="5689600" y="0"/>
                </a:lnTo>
                <a:lnTo>
                  <a:pt x="56896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08000" y="5080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0" y="0"/>
                </a:moveTo>
                <a:lnTo>
                  <a:pt x="1219200" y="0"/>
                </a:lnTo>
                <a:lnTo>
                  <a:pt x="121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81280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00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JOURNEY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19200"/>
            <a:ext cx="44069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You'll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13036" y="508000"/>
            <a:ext cx="2692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dirty="0">
                <a:solidFill>
                  <a:srgbClr val="CC0000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3429000"/>
            <a:ext cx="9766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 progressive training, you'll develop a </a:t>
            </a:r>
            <a:r>
              <a:rPr lang="en-US" sz="20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skill set</a:t>
            </a: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prepares you to respond confidently in any emergency situation.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454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73100" y="4699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68400" y="45466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Emergencies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8400" y="49022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situations safely and quickly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0441" y="454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595541" y="4699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6090841" y="4546600"/>
            <a:ext cx="295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 CPR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0841" y="4902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Life-saving chest compressions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" y="5410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73100" y="5562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8" name="Text 16"/>
          <p:cNvSpPr/>
          <p:nvPr/>
        </p:nvSpPr>
        <p:spPr>
          <a:xfrm>
            <a:off x="1168400" y="5410200"/>
            <a:ext cx="237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Defibrillators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8400" y="57658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Operate AEDs effectively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30441" y="5410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595541" y="5562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6090841" y="54102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Treat Wounds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0841" y="5765800"/>
            <a:ext cx="271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cuts, burns, bleeding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6273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73100" y="6426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1168400" y="6273800"/>
            <a:ext cx="269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Fractures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68400" y="6629400"/>
            <a:ext cx="267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Splint and immobilize injuries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30441" y="6273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5595541" y="6426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0" name="Text 28"/>
          <p:cNvSpPr/>
          <p:nvPr/>
        </p:nvSpPr>
        <p:spPr>
          <a:xfrm>
            <a:off x="6090841" y="6273800"/>
            <a:ext cx="276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Choking Response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90841" y="6629400"/>
            <a:ext cx="275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Heimlich maneuver technique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000" y="7137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73100" y="7289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68400" y="7137400"/>
            <a:ext cx="350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Allergic Reactions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68400" y="7493000"/>
            <a:ext cx="349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Recognize and respond to anaphylaxis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30441" y="7137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5595541" y="7289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6090841" y="71374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Support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90841" y="749300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Calm and reassure victims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596416" y="3429000"/>
            <a:ext cx="1111250" cy="1270000"/>
          </a:xfrm>
          <a:custGeom>
            <a:avLst/>
            <a:gdLst/>
            <a:ahLst/>
            <a:cxnLst/>
            <a:rect l="l" t="t" r="r" b="b"/>
            <a:pathLst>
              <a:path w="1111250" h="1270000">
                <a:moveTo>
                  <a:pt x="609947" y="-64244"/>
                </a:moveTo>
                <a:cubicBezTo>
                  <a:pt x="576709" y="-84584"/>
                  <a:pt x="534789" y="-84584"/>
                  <a:pt x="501551" y="-64244"/>
                </a:cubicBezTo>
                <a:cubicBezTo>
                  <a:pt x="441027" y="-27285"/>
                  <a:pt x="403572" y="-17363"/>
                  <a:pt x="332631" y="-18852"/>
                </a:cubicBezTo>
                <a:cubicBezTo>
                  <a:pt x="293688" y="-19844"/>
                  <a:pt x="257473" y="1240"/>
                  <a:pt x="238621" y="35471"/>
                </a:cubicBezTo>
                <a:cubicBezTo>
                  <a:pt x="204639" y="97730"/>
                  <a:pt x="177105" y="125264"/>
                  <a:pt x="114846" y="159246"/>
                </a:cubicBezTo>
                <a:cubicBezTo>
                  <a:pt x="80615" y="177850"/>
                  <a:pt x="59779" y="214313"/>
                  <a:pt x="60523" y="253256"/>
                </a:cubicBezTo>
                <a:cubicBezTo>
                  <a:pt x="62260" y="324197"/>
                  <a:pt x="52090" y="361652"/>
                  <a:pt x="15131" y="422176"/>
                </a:cubicBezTo>
                <a:cubicBezTo>
                  <a:pt x="-5209" y="455414"/>
                  <a:pt x="-5209" y="497334"/>
                  <a:pt x="15131" y="530572"/>
                </a:cubicBezTo>
                <a:cubicBezTo>
                  <a:pt x="52090" y="591096"/>
                  <a:pt x="62012" y="628551"/>
                  <a:pt x="60523" y="699492"/>
                </a:cubicBezTo>
                <a:cubicBezTo>
                  <a:pt x="59531" y="738436"/>
                  <a:pt x="80615" y="774650"/>
                  <a:pt x="114846" y="793502"/>
                </a:cubicBezTo>
                <a:cubicBezTo>
                  <a:pt x="169664" y="823516"/>
                  <a:pt x="197445" y="848320"/>
                  <a:pt x="226715" y="896441"/>
                </a:cubicBezTo>
                <a:lnTo>
                  <a:pt x="105916" y="1137295"/>
                </a:lnTo>
                <a:cubicBezTo>
                  <a:pt x="91281" y="1166813"/>
                  <a:pt x="103188" y="1202531"/>
                  <a:pt x="132457" y="1217166"/>
                </a:cubicBezTo>
                <a:lnTo>
                  <a:pt x="345777" y="1323826"/>
                </a:lnTo>
                <a:cubicBezTo>
                  <a:pt x="374303" y="1337965"/>
                  <a:pt x="409029" y="1327299"/>
                  <a:pt x="424408" y="1299518"/>
                </a:cubicBezTo>
                <a:lnTo>
                  <a:pt x="555377" y="1063625"/>
                </a:lnTo>
                <a:lnTo>
                  <a:pt x="686346" y="1299518"/>
                </a:lnTo>
                <a:cubicBezTo>
                  <a:pt x="701725" y="1327299"/>
                  <a:pt x="736451" y="1338213"/>
                  <a:pt x="764977" y="1323826"/>
                </a:cubicBezTo>
                <a:lnTo>
                  <a:pt x="978297" y="1217166"/>
                </a:lnTo>
                <a:cubicBezTo>
                  <a:pt x="1007814" y="1202531"/>
                  <a:pt x="1019721" y="1166813"/>
                  <a:pt x="1004838" y="1137295"/>
                </a:cubicBezTo>
                <a:lnTo>
                  <a:pt x="884287" y="896193"/>
                </a:lnTo>
                <a:cubicBezTo>
                  <a:pt x="913309" y="848072"/>
                  <a:pt x="941338" y="823268"/>
                  <a:pt x="996156" y="793254"/>
                </a:cubicBezTo>
                <a:cubicBezTo>
                  <a:pt x="1030387" y="774650"/>
                  <a:pt x="1051223" y="738188"/>
                  <a:pt x="1050479" y="699244"/>
                </a:cubicBezTo>
                <a:cubicBezTo>
                  <a:pt x="1048742" y="628303"/>
                  <a:pt x="1058912" y="590848"/>
                  <a:pt x="1095871" y="530324"/>
                </a:cubicBezTo>
                <a:cubicBezTo>
                  <a:pt x="1116211" y="497086"/>
                  <a:pt x="1116211" y="455166"/>
                  <a:pt x="1095871" y="421928"/>
                </a:cubicBezTo>
                <a:cubicBezTo>
                  <a:pt x="1058912" y="361404"/>
                  <a:pt x="1048990" y="323949"/>
                  <a:pt x="1050479" y="253008"/>
                </a:cubicBezTo>
                <a:cubicBezTo>
                  <a:pt x="1051471" y="214064"/>
                  <a:pt x="1030387" y="177850"/>
                  <a:pt x="996156" y="158998"/>
                </a:cubicBezTo>
                <a:cubicBezTo>
                  <a:pt x="933896" y="125016"/>
                  <a:pt x="906363" y="97482"/>
                  <a:pt x="872381" y="35223"/>
                </a:cubicBezTo>
                <a:cubicBezTo>
                  <a:pt x="853777" y="992"/>
                  <a:pt x="817314" y="-19844"/>
                  <a:pt x="778371" y="-19100"/>
                </a:cubicBezTo>
                <a:cubicBezTo>
                  <a:pt x="707430" y="-17363"/>
                  <a:pt x="669975" y="-27533"/>
                  <a:pt x="609451" y="-64492"/>
                </a:cubicBezTo>
                <a:close/>
                <a:moveTo>
                  <a:pt x="555625" y="238125"/>
                </a:moveTo>
                <a:cubicBezTo>
                  <a:pt x="687050" y="238125"/>
                  <a:pt x="793750" y="344825"/>
                  <a:pt x="793750" y="476250"/>
                </a:cubicBezTo>
                <a:cubicBezTo>
                  <a:pt x="793750" y="607675"/>
                  <a:pt x="687050" y="714375"/>
                  <a:pt x="555625" y="714375"/>
                </a:cubicBezTo>
                <a:cubicBezTo>
                  <a:pt x="424200" y="714375"/>
                  <a:pt x="317500" y="607675"/>
                  <a:pt x="317500" y="476250"/>
                </a:cubicBezTo>
                <a:cubicBezTo>
                  <a:pt x="317500" y="344825"/>
                  <a:pt x="424200" y="238125"/>
                  <a:pt x="555625" y="23812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12079486" y="4902200"/>
            <a:ext cx="21463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CERTIFIED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359084" y="6248400"/>
            <a:ext cx="1587500" cy="1219200"/>
          </a:xfrm>
          <a:custGeom>
            <a:avLst/>
            <a:gdLst/>
            <a:ahLst/>
            <a:cxnLst/>
            <a:rect l="l" t="t" r="r" b="b"/>
            <a:pathLst>
              <a:path w="1587500" h="1219200">
                <a:moveTo>
                  <a:pt x="0" y="0"/>
                </a:moveTo>
                <a:lnTo>
                  <a:pt x="1587500" y="0"/>
                </a:lnTo>
                <a:lnTo>
                  <a:pt x="15875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12447984" y="64516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8+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511484" y="6959600"/>
            <a:ext cx="12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Skills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359084" y="7670800"/>
            <a:ext cx="1587500" cy="1219200"/>
          </a:xfrm>
          <a:custGeom>
            <a:avLst/>
            <a:gdLst/>
            <a:ahLst/>
            <a:cxnLst/>
            <a:rect l="l" t="t" r="r" b="b"/>
            <a:pathLst>
              <a:path w="1587500" h="1219200">
                <a:moveTo>
                  <a:pt x="0" y="0"/>
                </a:moveTo>
                <a:lnTo>
                  <a:pt x="1587500" y="0"/>
                </a:lnTo>
                <a:lnTo>
                  <a:pt x="15875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12447984" y="78740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511484" y="8382000"/>
            <a:ext cx="12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91600"/>
            <a:ext cx="16256000" cy="152400"/>
          </a:xfrm>
          <a:custGeom>
            <a:avLst/>
            <a:gdLst/>
            <a:ahLst/>
            <a:cxnLst/>
            <a:rect l="l" t="t" r="r" b="b"/>
            <a:pathLst>
              <a:path w="16256000" h="152400">
                <a:moveTo>
                  <a:pt x="0" y="0"/>
                </a:moveTo>
                <a:lnTo>
                  <a:pt x="16256000" y="0"/>
                </a:lnTo>
                <a:lnTo>
                  <a:pt x="162560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08000" y="5080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0" y="0"/>
                </a:moveTo>
                <a:lnTo>
                  <a:pt x="1219200" y="0"/>
                </a:lnTo>
                <a:lnTo>
                  <a:pt x="121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8128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00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JOIN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19200"/>
            <a:ext cx="4254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79500" y="508000"/>
            <a:ext cx="273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dirty="0">
                <a:solidFill>
                  <a:srgbClr val="CC0000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6600" y="3657600"/>
            <a:ext cx="5880100" cy="5943600"/>
          </a:xfrm>
          <a:custGeom>
            <a:avLst/>
            <a:gdLst/>
            <a:ahLst/>
            <a:cxnLst/>
            <a:rect l="l" t="t" r="r" b="b"/>
            <a:pathLst>
              <a:path w="5880100" h="5943600">
                <a:moveTo>
                  <a:pt x="0" y="0"/>
                </a:moveTo>
                <a:lnTo>
                  <a:pt x="5880100" y="0"/>
                </a:lnTo>
                <a:lnTo>
                  <a:pt x="5880100" y="5943600"/>
                </a:lnTo>
                <a:lnTo>
                  <a:pt x="0" y="5943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CC0000"/>
            </a:solidFill>
            <a:prstDash val="solid"/>
          </a:ln>
        </p:spPr>
      </p:sp>
      <p:pic>
        <p:nvPicPr>
          <p:cNvPr id="8" name="Image 0" descr="https://kimi-web-img.moonshot.cn/img/images.stockcake.com/216bfa45586ac0437c68373c2e3f080e057e7bff.jpg"/>
          <p:cNvPicPr>
            <a:picLocks noChangeAspect="1"/>
          </p:cNvPicPr>
          <p:nvPr/>
        </p:nvPicPr>
        <p:blipFill>
          <a:blip r:embed="rId3"/>
          <a:srcRect l="530" r="530"/>
          <a:stretch/>
        </p:blipFill>
        <p:spPr>
          <a:xfrm>
            <a:off x="508000" y="3429000"/>
            <a:ext cx="5930900" cy="5994400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6847880" y="3429000"/>
            <a:ext cx="90297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Joining First Aid Club offers </a:t>
            </a:r>
            <a:r>
              <a:rPr lang="en-US" sz="20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growth</a:t>
            </a: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20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advantages</a:t>
            </a: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the opportunity to make a </a:t>
            </a:r>
            <a:r>
              <a:rPr lang="en-US" sz="20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difference</a:t>
            </a: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your community.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73280" y="45466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101880" y="454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7279680" y="4724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3" name="Text 10"/>
          <p:cNvSpPr/>
          <p:nvPr/>
        </p:nvSpPr>
        <p:spPr>
          <a:xfrm>
            <a:off x="7914680" y="4546600"/>
            <a:ext cx="796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Gain Confidence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14680" y="4953000"/>
            <a:ext cx="7937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the ability to stay calm under pressure and take decisive action in emergencies. You'll know you can make a difference when it matters most.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73280" y="58166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7101880" y="581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7263805" y="5994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12" y="97135"/>
                </a:moveTo>
                <a:lnTo>
                  <a:pt x="127595" y="139849"/>
                </a:lnTo>
                <a:cubicBezTo>
                  <a:pt x="132457" y="141833"/>
                  <a:pt x="137616" y="142875"/>
                  <a:pt x="142875" y="142875"/>
                </a:cubicBezTo>
                <a:cubicBezTo>
                  <a:pt x="148134" y="142875"/>
                  <a:pt x="153293" y="141833"/>
                  <a:pt x="158155" y="139849"/>
                </a:cubicBezTo>
                <a:lnTo>
                  <a:pt x="278408" y="90339"/>
                </a:lnTo>
                <a:cubicBezTo>
                  <a:pt x="282873" y="88503"/>
                  <a:pt x="285750" y="84187"/>
                  <a:pt x="285750" y="79375"/>
                </a:cubicBezTo>
                <a:cubicBezTo>
                  <a:pt x="285750" y="74563"/>
                  <a:pt x="282873" y="70247"/>
                  <a:pt x="278408" y="68411"/>
                </a:cubicBezTo>
                <a:lnTo>
                  <a:pt x="158155" y="18901"/>
                </a:lnTo>
                <a:cubicBezTo>
                  <a:pt x="153293" y="16917"/>
                  <a:pt x="148134" y="15875"/>
                  <a:pt x="142875" y="15875"/>
                </a:cubicBezTo>
                <a:cubicBezTo>
                  <a:pt x="137616" y="15875"/>
                  <a:pt x="132457" y="16917"/>
                  <a:pt x="127595" y="18901"/>
                </a:cubicBezTo>
                <a:lnTo>
                  <a:pt x="7342" y="68411"/>
                </a:lnTo>
                <a:cubicBezTo>
                  <a:pt x="2877" y="70247"/>
                  <a:pt x="0" y="74563"/>
                  <a:pt x="0" y="79375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cubicBezTo>
                  <a:pt x="18504" y="238125"/>
                  <a:pt x="23812" y="232817"/>
                  <a:pt x="23812" y="226219"/>
                </a:cubicBezTo>
                <a:lnTo>
                  <a:pt x="23812" y="97135"/>
                </a:lnTo>
                <a:close/>
                <a:moveTo>
                  <a:pt x="47625" y="132705"/>
                </a:moveTo>
                <a:lnTo>
                  <a:pt x="47625" y="190500"/>
                </a:lnTo>
                <a:cubicBezTo>
                  <a:pt x="47625" y="216793"/>
                  <a:pt x="90289" y="238125"/>
                  <a:pt x="142875" y="238125"/>
                </a:cubicBezTo>
                <a:cubicBezTo>
                  <a:pt x="195461" y="238125"/>
                  <a:pt x="238125" y="216793"/>
                  <a:pt x="238125" y="190500"/>
                </a:cubicBezTo>
                <a:lnTo>
                  <a:pt x="238125" y="132655"/>
                </a:lnTo>
                <a:lnTo>
                  <a:pt x="167233" y="161875"/>
                </a:lnTo>
                <a:cubicBezTo>
                  <a:pt x="159494" y="165050"/>
                  <a:pt x="151259" y="166687"/>
                  <a:pt x="142875" y="166687"/>
                </a:cubicBezTo>
                <a:cubicBezTo>
                  <a:pt x="134491" y="166687"/>
                  <a:pt x="126256" y="165050"/>
                  <a:pt x="118517" y="161875"/>
                </a:cubicBezTo>
                <a:lnTo>
                  <a:pt x="47625" y="132655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8" name="Text 15"/>
          <p:cNvSpPr/>
          <p:nvPr/>
        </p:nvSpPr>
        <p:spPr>
          <a:xfrm>
            <a:off x="7914680" y="5816600"/>
            <a:ext cx="796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Boost Your Profile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14680" y="6223000"/>
            <a:ext cx="7937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aid certifications strengthen college applications and resumes. Employers value these skills, giving you a competitive edge in job markets.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73280" y="70866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7101880" y="708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7263805" y="7264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33400" y="42267"/>
                </a:moveTo>
                <a:lnTo>
                  <a:pt x="75555" y="106561"/>
                </a:lnTo>
                <a:cubicBezTo>
                  <a:pt x="73273" y="109091"/>
                  <a:pt x="73372" y="113010"/>
                  <a:pt x="75803" y="115441"/>
                </a:cubicBezTo>
                <a:cubicBezTo>
                  <a:pt x="90934" y="130572"/>
                  <a:pt x="115491" y="130572"/>
                  <a:pt x="130621" y="115441"/>
                </a:cubicBezTo>
                <a:lnTo>
                  <a:pt x="146397" y="99665"/>
                </a:lnTo>
                <a:cubicBezTo>
                  <a:pt x="148481" y="97582"/>
                  <a:pt x="151110" y="96441"/>
                  <a:pt x="153789" y="96242"/>
                </a:cubicBezTo>
                <a:cubicBezTo>
                  <a:pt x="157163" y="95945"/>
                  <a:pt x="160635" y="97086"/>
                  <a:pt x="163215" y="99665"/>
                </a:cubicBezTo>
                <a:lnTo>
                  <a:pt x="250825" y="186531"/>
                </a:lnTo>
                <a:lnTo>
                  <a:pt x="285750" y="158750"/>
                </a:lnTo>
                <a:lnTo>
                  <a:pt x="285750" y="15875"/>
                </a:lnTo>
                <a:lnTo>
                  <a:pt x="230188" y="47625"/>
                </a:lnTo>
                <a:lnTo>
                  <a:pt x="218380" y="39737"/>
                </a:lnTo>
                <a:cubicBezTo>
                  <a:pt x="210542" y="34528"/>
                  <a:pt x="201364" y="31750"/>
                  <a:pt x="191939" y="31750"/>
                </a:cubicBezTo>
                <a:lnTo>
                  <a:pt x="157014" y="31750"/>
                </a:lnTo>
                <a:cubicBezTo>
                  <a:pt x="156468" y="31750"/>
                  <a:pt x="155873" y="31750"/>
                  <a:pt x="155327" y="31800"/>
                </a:cubicBezTo>
                <a:cubicBezTo>
                  <a:pt x="146943" y="32246"/>
                  <a:pt x="139055" y="36016"/>
                  <a:pt x="133400" y="42267"/>
                </a:cubicBezTo>
                <a:close/>
                <a:moveTo>
                  <a:pt x="57845" y="90636"/>
                </a:moveTo>
                <a:lnTo>
                  <a:pt x="110827" y="31750"/>
                </a:lnTo>
                <a:lnTo>
                  <a:pt x="91182" y="31750"/>
                </a:lnTo>
                <a:cubicBezTo>
                  <a:pt x="78532" y="31750"/>
                  <a:pt x="66427" y="36761"/>
                  <a:pt x="57497" y="45690"/>
                </a:cubicBezTo>
                <a:lnTo>
                  <a:pt x="55563" y="47625"/>
                </a:lnTo>
                <a:lnTo>
                  <a:pt x="0" y="15875"/>
                </a:lnTo>
                <a:lnTo>
                  <a:pt x="0" y="158750"/>
                </a:lnTo>
                <a:lnTo>
                  <a:pt x="77589" y="223391"/>
                </a:lnTo>
                <a:cubicBezTo>
                  <a:pt x="88999" y="232916"/>
                  <a:pt x="103386" y="238125"/>
                  <a:pt x="118219" y="238125"/>
                </a:cubicBezTo>
                <a:lnTo>
                  <a:pt x="126008" y="238125"/>
                </a:lnTo>
                <a:lnTo>
                  <a:pt x="122535" y="234652"/>
                </a:lnTo>
                <a:cubicBezTo>
                  <a:pt x="117872" y="229989"/>
                  <a:pt x="117872" y="222448"/>
                  <a:pt x="122535" y="217835"/>
                </a:cubicBezTo>
                <a:cubicBezTo>
                  <a:pt x="127198" y="213221"/>
                  <a:pt x="134739" y="213171"/>
                  <a:pt x="139353" y="217835"/>
                </a:cubicBezTo>
                <a:lnTo>
                  <a:pt x="159693" y="238175"/>
                </a:lnTo>
                <a:lnTo>
                  <a:pt x="164157" y="238175"/>
                </a:lnTo>
                <a:cubicBezTo>
                  <a:pt x="173633" y="238175"/>
                  <a:pt x="182910" y="236041"/>
                  <a:pt x="191343" y="232073"/>
                </a:cubicBezTo>
                <a:lnTo>
                  <a:pt x="178098" y="218777"/>
                </a:lnTo>
                <a:cubicBezTo>
                  <a:pt x="173434" y="214114"/>
                  <a:pt x="173434" y="206573"/>
                  <a:pt x="178098" y="201960"/>
                </a:cubicBezTo>
                <a:cubicBezTo>
                  <a:pt x="182761" y="197346"/>
                  <a:pt x="190302" y="197296"/>
                  <a:pt x="194915" y="201960"/>
                </a:cubicBezTo>
                <a:lnTo>
                  <a:pt x="210790" y="217835"/>
                </a:lnTo>
                <a:lnTo>
                  <a:pt x="219472" y="209153"/>
                </a:lnTo>
                <a:cubicBezTo>
                  <a:pt x="223887" y="204738"/>
                  <a:pt x="225177" y="198338"/>
                  <a:pt x="223242" y="192732"/>
                </a:cubicBezTo>
                <a:lnTo>
                  <a:pt x="154831" y="124867"/>
                </a:lnTo>
                <a:lnTo>
                  <a:pt x="147439" y="132259"/>
                </a:lnTo>
                <a:cubicBezTo>
                  <a:pt x="122982" y="156716"/>
                  <a:pt x="83393" y="156716"/>
                  <a:pt x="58936" y="132259"/>
                </a:cubicBezTo>
                <a:cubicBezTo>
                  <a:pt x="47526" y="120848"/>
                  <a:pt x="47079" y="102543"/>
                  <a:pt x="57845" y="90587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3" name="Text 20"/>
          <p:cNvSpPr/>
          <p:nvPr/>
        </p:nvSpPr>
        <p:spPr>
          <a:xfrm>
            <a:off x="7914680" y="7086600"/>
            <a:ext cx="796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Connections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914680" y="7493000"/>
            <a:ext cx="7937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a community of like-minded peers who share your commitment to helping others. Form lasting friendships and professional networks.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873280" y="83566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6" name="Shape 23"/>
          <p:cNvSpPr/>
          <p:nvPr/>
        </p:nvSpPr>
        <p:spPr>
          <a:xfrm>
            <a:off x="7101880" y="835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7" name="Shape 24"/>
          <p:cNvSpPr/>
          <p:nvPr/>
        </p:nvSpPr>
        <p:spPr>
          <a:xfrm>
            <a:off x="7279680" y="8534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9559" y="43210"/>
                </a:moveTo>
                <a:lnTo>
                  <a:pt x="127000" y="53479"/>
                </a:lnTo>
                <a:lnTo>
                  <a:pt x="134441" y="43210"/>
                </a:lnTo>
                <a:cubicBezTo>
                  <a:pt x="146844" y="26045"/>
                  <a:pt x="166787" y="15875"/>
                  <a:pt x="187970" y="15875"/>
                </a:cubicBezTo>
                <a:cubicBezTo>
                  <a:pt x="224433" y="15875"/>
                  <a:pt x="254000" y="45442"/>
                  <a:pt x="254000" y="81905"/>
                </a:cubicBezTo>
                <a:lnTo>
                  <a:pt x="254000" y="83195"/>
                </a:lnTo>
                <a:cubicBezTo>
                  <a:pt x="254000" y="138857"/>
                  <a:pt x="184596" y="203498"/>
                  <a:pt x="148382" y="231130"/>
                </a:cubicBezTo>
                <a:cubicBezTo>
                  <a:pt x="142230" y="235793"/>
                  <a:pt x="134689" y="238125"/>
                  <a:pt x="127000" y="238125"/>
                </a:cubicBezTo>
                <a:cubicBezTo>
                  <a:pt x="119311" y="238125"/>
                  <a:pt x="111720" y="235843"/>
                  <a:pt x="105618" y="231130"/>
                </a:cubicBezTo>
                <a:cubicBezTo>
                  <a:pt x="69404" y="203498"/>
                  <a:pt x="0" y="138857"/>
                  <a:pt x="0" y="83195"/>
                </a:cubicBezTo>
                <a:lnTo>
                  <a:pt x="0" y="81905"/>
                </a:lnTo>
                <a:cubicBezTo>
                  <a:pt x="0" y="45442"/>
                  <a:pt x="29567" y="15875"/>
                  <a:pt x="66030" y="15875"/>
                </a:cubicBezTo>
                <a:cubicBezTo>
                  <a:pt x="87213" y="15875"/>
                  <a:pt x="107156" y="26045"/>
                  <a:pt x="119559" y="43210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8" name="Text 25"/>
          <p:cNvSpPr/>
          <p:nvPr/>
        </p:nvSpPr>
        <p:spPr>
          <a:xfrm>
            <a:off x="7914680" y="8356600"/>
            <a:ext cx="796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an Impact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914680" y="8763000"/>
            <a:ext cx="7937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someone your family, friends, and community can rely on. Your skills could save a life — there's no greater reward than that.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200400"/>
          </a:xfrm>
          <a:custGeom>
            <a:avLst/>
            <a:gdLst/>
            <a:ahLst/>
            <a:cxnLst/>
            <a:rect l="l" t="t" r="r" b="b"/>
            <a:pathLst>
              <a:path w="16256000" h="3200400">
                <a:moveTo>
                  <a:pt x="0" y="0"/>
                </a:moveTo>
                <a:lnTo>
                  <a:pt x="16256000" y="0"/>
                </a:lnTo>
                <a:lnTo>
                  <a:pt x="16256000" y="3200400"/>
                </a:lnTo>
                <a:lnTo>
                  <a:pt x="0" y="32004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08000" y="7112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0" y="0"/>
                </a:moveTo>
                <a:lnTo>
                  <a:pt x="1219200" y="0"/>
                </a:lnTo>
                <a:lnTo>
                  <a:pt x="121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101600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TO 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422400"/>
            <a:ext cx="3606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Can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910667" y="711200"/>
            <a:ext cx="260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dirty="0">
                <a:solidFill>
                  <a:srgbClr val="F5F1E6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1800" y="3632200"/>
            <a:ext cx="1539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Aid Club is </a:t>
            </a:r>
            <a:r>
              <a:rPr lang="en-US" sz="2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to everyone</a:t>
            </a: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prior experience or medical background required!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02867" y="45339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2626717" y="49149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21444" y="114300"/>
                </a:moveTo>
                <a:cubicBezTo>
                  <a:pt x="121444" y="55159"/>
                  <a:pt x="169459" y="7144"/>
                  <a:pt x="228600" y="7144"/>
                </a:cubicBezTo>
                <a:cubicBezTo>
                  <a:pt x="287741" y="7144"/>
                  <a:pt x="335756" y="55159"/>
                  <a:pt x="335756" y="114300"/>
                </a:cubicBezTo>
                <a:cubicBezTo>
                  <a:pt x="335756" y="173441"/>
                  <a:pt x="287741" y="221456"/>
                  <a:pt x="228600" y="221456"/>
                </a:cubicBezTo>
                <a:cubicBezTo>
                  <a:pt x="169459" y="221456"/>
                  <a:pt x="121444" y="173441"/>
                  <a:pt x="121444" y="114300"/>
                </a:cubicBezTo>
                <a:close/>
                <a:moveTo>
                  <a:pt x="42863" y="430679"/>
                </a:moveTo>
                <a:cubicBezTo>
                  <a:pt x="42863" y="342721"/>
                  <a:pt x="114121" y="271463"/>
                  <a:pt x="202079" y="271463"/>
                </a:cubicBezTo>
                <a:lnTo>
                  <a:pt x="255121" y="271463"/>
                </a:lnTo>
                <a:cubicBezTo>
                  <a:pt x="343079" y="271463"/>
                  <a:pt x="414338" y="342721"/>
                  <a:pt x="414338" y="430679"/>
                </a:cubicBezTo>
                <a:cubicBezTo>
                  <a:pt x="414338" y="445324"/>
                  <a:pt x="402461" y="457200"/>
                  <a:pt x="387816" y="457200"/>
                </a:cubicBezTo>
                <a:lnTo>
                  <a:pt x="69384" y="457200"/>
                </a:lnTo>
                <a:cubicBezTo>
                  <a:pt x="54739" y="457200"/>
                  <a:pt x="42863" y="445324"/>
                  <a:pt x="42863" y="430679"/>
                </a:cubicBezTo>
                <a:close/>
                <a:moveTo>
                  <a:pt x="485775" y="85725"/>
                </a:moveTo>
                <a:cubicBezTo>
                  <a:pt x="497651" y="85725"/>
                  <a:pt x="507206" y="95280"/>
                  <a:pt x="507206" y="107156"/>
                </a:cubicBezTo>
                <a:lnTo>
                  <a:pt x="507206" y="150019"/>
                </a:lnTo>
                <a:lnTo>
                  <a:pt x="550069" y="150019"/>
                </a:lnTo>
                <a:cubicBezTo>
                  <a:pt x="561945" y="150019"/>
                  <a:pt x="571500" y="159574"/>
                  <a:pt x="571500" y="171450"/>
                </a:cubicBezTo>
                <a:cubicBezTo>
                  <a:pt x="571500" y="183326"/>
                  <a:pt x="561945" y="192881"/>
                  <a:pt x="550069" y="192881"/>
                </a:cubicBezTo>
                <a:lnTo>
                  <a:pt x="507206" y="192881"/>
                </a:lnTo>
                <a:lnTo>
                  <a:pt x="507206" y="235744"/>
                </a:lnTo>
                <a:cubicBezTo>
                  <a:pt x="507206" y="247620"/>
                  <a:pt x="497651" y="257175"/>
                  <a:pt x="485775" y="257175"/>
                </a:cubicBezTo>
                <a:cubicBezTo>
                  <a:pt x="473899" y="257175"/>
                  <a:pt x="464344" y="247620"/>
                  <a:pt x="464344" y="235744"/>
                </a:cubicBezTo>
                <a:lnTo>
                  <a:pt x="464344" y="192881"/>
                </a:lnTo>
                <a:lnTo>
                  <a:pt x="421481" y="192881"/>
                </a:lnTo>
                <a:cubicBezTo>
                  <a:pt x="409605" y="192881"/>
                  <a:pt x="400050" y="183326"/>
                  <a:pt x="400050" y="171450"/>
                </a:cubicBezTo>
                <a:cubicBezTo>
                  <a:pt x="400050" y="159574"/>
                  <a:pt x="409605" y="150019"/>
                  <a:pt x="421481" y="150019"/>
                </a:cubicBezTo>
                <a:lnTo>
                  <a:pt x="464344" y="150019"/>
                </a:lnTo>
                <a:lnTo>
                  <a:pt x="464344" y="107156"/>
                </a:lnTo>
                <a:cubicBezTo>
                  <a:pt x="464344" y="95280"/>
                  <a:pt x="473899" y="85725"/>
                  <a:pt x="485775" y="8572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0" name="Text 8"/>
          <p:cNvSpPr/>
          <p:nvPr/>
        </p:nvSpPr>
        <p:spPr>
          <a:xfrm>
            <a:off x="431800" y="5956300"/>
            <a:ext cx="4965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Students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51600"/>
            <a:ext cx="4914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Any grade level, any background — everyone is welcome to learn these essential life skills.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18202" y="45339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99202" y="4914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5647134" y="5956300"/>
            <a:ext cx="4965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Experience Needed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72534" y="6451600"/>
            <a:ext cx="4914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start with the basics and progress at a comfortable pace for all skill levels.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33734" y="45339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3086159" y="49149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47506"/>
                </a:moveTo>
                <a:lnTo>
                  <a:pt x="135999" y="163235"/>
                </a:lnTo>
                <a:cubicBezTo>
                  <a:pt x="131891" y="167789"/>
                  <a:pt x="132070" y="174843"/>
                  <a:pt x="136446" y="179219"/>
                </a:cubicBezTo>
                <a:cubicBezTo>
                  <a:pt x="163681" y="206454"/>
                  <a:pt x="207883" y="206454"/>
                  <a:pt x="235119" y="179219"/>
                </a:cubicBezTo>
                <a:lnTo>
                  <a:pt x="263515" y="150822"/>
                </a:lnTo>
                <a:cubicBezTo>
                  <a:pt x="267266" y="147072"/>
                  <a:pt x="271998" y="145018"/>
                  <a:pt x="276820" y="144661"/>
                </a:cubicBezTo>
                <a:cubicBezTo>
                  <a:pt x="282893" y="144125"/>
                  <a:pt x="289143" y="146179"/>
                  <a:pt x="293787" y="150822"/>
                </a:cubicBezTo>
                <a:lnTo>
                  <a:pt x="451485" y="307181"/>
                </a:lnTo>
                <a:lnTo>
                  <a:pt x="514350" y="257175"/>
                </a:lnTo>
                <a:lnTo>
                  <a:pt x="514350" y="0"/>
                </a:lnTo>
                <a:lnTo>
                  <a:pt x="414338" y="57150"/>
                </a:lnTo>
                <a:lnTo>
                  <a:pt x="393085" y="42952"/>
                </a:lnTo>
                <a:cubicBezTo>
                  <a:pt x="378976" y="33576"/>
                  <a:pt x="362456" y="28575"/>
                  <a:pt x="345490" y="28575"/>
                </a:cubicBezTo>
                <a:lnTo>
                  <a:pt x="282625" y="28575"/>
                </a:lnTo>
                <a:cubicBezTo>
                  <a:pt x="281642" y="28575"/>
                  <a:pt x="280571" y="28575"/>
                  <a:pt x="279589" y="28664"/>
                </a:cubicBezTo>
                <a:cubicBezTo>
                  <a:pt x="264497" y="29468"/>
                  <a:pt x="250299" y="36255"/>
                  <a:pt x="240119" y="47506"/>
                </a:cubicBezTo>
                <a:close/>
                <a:moveTo>
                  <a:pt x="104120" y="134570"/>
                </a:moveTo>
                <a:lnTo>
                  <a:pt x="199489" y="28575"/>
                </a:lnTo>
                <a:lnTo>
                  <a:pt x="164128" y="28575"/>
                </a:lnTo>
                <a:cubicBezTo>
                  <a:pt x="141357" y="28575"/>
                  <a:pt x="119569" y="37594"/>
                  <a:pt x="103495" y="53667"/>
                </a:cubicBezTo>
                <a:lnTo>
                  <a:pt x="0" y="171450"/>
                </a:lnTo>
                <a:lnTo>
                  <a:pt x="0" y="485775"/>
                </a:lnTo>
                <a:lnTo>
                  <a:pt x="128588" y="364331"/>
                </a:lnTo>
                <a:lnTo>
                  <a:pt x="139660" y="373529"/>
                </a:lnTo>
                <a:cubicBezTo>
                  <a:pt x="160199" y="390674"/>
                  <a:pt x="186095" y="400050"/>
                  <a:pt x="212794" y="400050"/>
                </a:cubicBezTo>
                <a:lnTo>
                  <a:pt x="226814" y="400050"/>
                </a:lnTo>
                <a:lnTo>
                  <a:pt x="220563" y="393799"/>
                </a:lnTo>
                <a:cubicBezTo>
                  <a:pt x="212169" y="385405"/>
                  <a:pt x="212169" y="371832"/>
                  <a:pt x="220563" y="363528"/>
                </a:cubicBezTo>
                <a:cubicBezTo>
                  <a:pt x="228957" y="355223"/>
                  <a:pt x="242530" y="355134"/>
                  <a:pt x="250835" y="363528"/>
                </a:cubicBezTo>
                <a:lnTo>
                  <a:pt x="287447" y="400139"/>
                </a:lnTo>
                <a:lnTo>
                  <a:pt x="295483" y="400139"/>
                </a:lnTo>
                <a:cubicBezTo>
                  <a:pt x="312539" y="400139"/>
                  <a:pt x="329238" y="396300"/>
                  <a:pt x="344418" y="389156"/>
                </a:cubicBezTo>
                <a:lnTo>
                  <a:pt x="320576" y="365224"/>
                </a:lnTo>
                <a:cubicBezTo>
                  <a:pt x="312182" y="356830"/>
                  <a:pt x="312182" y="343257"/>
                  <a:pt x="320576" y="334953"/>
                </a:cubicBezTo>
                <a:cubicBezTo>
                  <a:pt x="328970" y="326648"/>
                  <a:pt x="342543" y="326559"/>
                  <a:pt x="350847" y="334953"/>
                </a:cubicBezTo>
                <a:lnTo>
                  <a:pt x="379422" y="363528"/>
                </a:lnTo>
                <a:lnTo>
                  <a:pt x="395049" y="347901"/>
                </a:lnTo>
                <a:cubicBezTo>
                  <a:pt x="402997" y="339953"/>
                  <a:pt x="405319" y="328434"/>
                  <a:pt x="401836" y="318343"/>
                </a:cubicBezTo>
                <a:lnTo>
                  <a:pt x="278696" y="196185"/>
                </a:lnTo>
                <a:lnTo>
                  <a:pt x="265390" y="209490"/>
                </a:lnTo>
                <a:cubicBezTo>
                  <a:pt x="221367" y="253514"/>
                  <a:pt x="150108" y="253514"/>
                  <a:pt x="106085" y="209490"/>
                </a:cubicBezTo>
                <a:cubicBezTo>
                  <a:pt x="85546" y="188952"/>
                  <a:pt x="84743" y="156002"/>
                  <a:pt x="104120" y="13448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8" name="Text 16"/>
          <p:cNvSpPr/>
          <p:nvPr/>
        </p:nvSpPr>
        <p:spPr>
          <a:xfrm>
            <a:off x="10862667" y="5956300"/>
            <a:ext cx="4965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Willingness to Learn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88067" y="6451600"/>
            <a:ext cx="4914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you need is commitment to practice and a genuine desire to help others.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7518400"/>
            <a:ext cx="15240000" cy="1574800"/>
          </a:xfrm>
          <a:custGeom>
            <a:avLst/>
            <a:gdLst/>
            <a:ahLst/>
            <a:cxnLst/>
            <a:rect l="l" t="t" r="r" b="b"/>
            <a:pathLst>
              <a:path w="15240000" h="1574800">
                <a:moveTo>
                  <a:pt x="0" y="0"/>
                </a:moveTo>
                <a:lnTo>
                  <a:pt x="15240000" y="0"/>
                </a:lnTo>
                <a:lnTo>
                  <a:pt x="152400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598" y="7823200"/>
            <a:ext cx="187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99198" y="84836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INCLUSIVE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29413" y="78994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4" name="Text 22"/>
          <p:cNvSpPr/>
          <p:nvPr/>
        </p:nvSpPr>
        <p:spPr>
          <a:xfrm>
            <a:off x="6996113" y="7823200"/>
            <a:ext cx="187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97713" y="84836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33681" y="78994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7" name="Text 25"/>
          <p:cNvSpPr/>
          <p:nvPr/>
        </p:nvSpPr>
        <p:spPr>
          <a:xfrm>
            <a:off x="9400381" y="7823200"/>
            <a:ext cx="2260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1981" y="848360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POTENTIAL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40800" cy="9144000"/>
          </a:xfrm>
          <a:custGeom>
            <a:avLst/>
            <a:gdLst/>
            <a:ahLst/>
            <a:cxnLst/>
            <a:rect l="l" t="t" r="r" b="b"/>
            <a:pathLst>
              <a:path w="8940800" h="9144000">
                <a:moveTo>
                  <a:pt x="0" y="0"/>
                </a:moveTo>
                <a:lnTo>
                  <a:pt x="8940800" y="0"/>
                </a:lnTo>
                <a:lnTo>
                  <a:pt x="89408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467431" y="6096000"/>
            <a:ext cx="45466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0000" b="1" dirty="0">
                <a:solidFill>
                  <a:srgbClr val="CC0000">
                    <a:alpha val="1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84582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8331200"/>
            <a:ext cx="273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PREPARED. SAVE LIVES.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09700"/>
            <a:ext cx="1016000" cy="101600"/>
          </a:xfrm>
          <a:custGeom>
            <a:avLst/>
            <a:gdLst/>
            <a:ahLst/>
            <a:cxnLst/>
            <a:rect l="l" t="t" r="r" b="b"/>
            <a:pathLst>
              <a:path w="1016000" h="101600">
                <a:moveTo>
                  <a:pt x="0" y="0"/>
                </a:moveTo>
                <a:lnTo>
                  <a:pt x="1016000" y="0"/>
                </a:lnTo>
                <a:lnTo>
                  <a:pt x="1016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816100"/>
            <a:ext cx="788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54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ACTION 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2578100"/>
            <a:ext cx="82169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BE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LIFESAVER?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45847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0" name="Text 8"/>
          <p:cNvSpPr/>
          <p:nvPr/>
        </p:nvSpPr>
        <p:spPr>
          <a:xfrm>
            <a:off x="508000" y="5041900"/>
            <a:ext cx="7899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us and become part of a community that makes a difference. Every skill you learn could save a life.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6100" y="628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" y="62611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experience needed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100" y="6845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" y="68199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training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6100" y="740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" y="7378700"/>
            <a:ext cx="210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Make a real impact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55450" y="1968500"/>
            <a:ext cx="1333500" cy="1524000"/>
          </a:xfrm>
          <a:custGeom>
            <a:avLst/>
            <a:gdLst/>
            <a:ahLst/>
            <a:cxnLst/>
            <a:rect l="l" t="t" r="r" b="b"/>
            <a:pathLst>
              <a:path w="1333500" h="1524000">
                <a:moveTo>
                  <a:pt x="762000" y="190500"/>
                </a:moveTo>
                <a:cubicBezTo>
                  <a:pt x="762000" y="137815"/>
                  <a:pt x="719435" y="95250"/>
                  <a:pt x="666750" y="95250"/>
                </a:cubicBezTo>
                <a:cubicBezTo>
                  <a:pt x="614065" y="95250"/>
                  <a:pt x="571500" y="137815"/>
                  <a:pt x="571500" y="190500"/>
                </a:cubicBezTo>
                <a:lnTo>
                  <a:pt x="571500" y="666750"/>
                </a:lnTo>
                <a:lnTo>
                  <a:pt x="95250" y="666750"/>
                </a:lnTo>
                <a:cubicBezTo>
                  <a:pt x="42565" y="666750"/>
                  <a:pt x="0" y="709315"/>
                  <a:pt x="0" y="762000"/>
                </a:cubicBezTo>
                <a:cubicBezTo>
                  <a:pt x="0" y="814685"/>
                  <a:pt x="42565" y="857250"/>
                  <a:pt x="95250" y="857250"/>
                </a:cubicBezTo>
                <a:lnTo>
                  <a:pt x="571500" y="857250"/>
                </a:lnTo>
                <a:lnTo>
                  <a:pt x="571500" y="1333500"/>
                </a:lnTo>
                <a:cubicBezTo>
                  <a:pt x="571500" y="1386185"/>
                  <a:pt x="614065" y="1428750"/>
                  <a:pt x="666750" y="1428750"/>
                </a:cubicBezTo>
                <a:cubicBezTo>
                  <a:pt x="719435" y="1428750"/>
                  <a:pt x="762000" y="1386185"/>
                  <a:pt x="762000" y="1333500"/>
                </a:cubicBezTo>
                <a:lnTo>
                  <a:pt x="762000" y="857250"/>
                </a:lnTo>
                <a:lnTo>
                  <a:pt x="1238250" y="857250"/>
                </a:lnTo>
                <a:cubicBezTo>
                  <a:pt x="1290935" y="857250"/>
                  <a:pt x="1333500" y="814685"/>
                  <a:pt x="1333500" y="762000"/>
                </a:cubicBezTo>
                <a:cubicBezTo>
                  <a:pt x="1333500" y="709315"/>
                  <a:pt x="1290935" y="666750"/>
                  <a:pt x="1238250" y="666750"/>
                </a:cubicBezTo>
                <a:lnTo>
                  <a:pt x="762000" y="666750"/>
                </a:lnTo>
                <a:lnTo>
                  <a:pt x="762000" y="19050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3619" y="3797300"/>
            <a:ext cx="2692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kern="0" spc="12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AID CLUB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123414" y="4699000"/>
            <a:ext cx="2794000" cy="1460500"/>
          </a:xfrm>
          <a:custGeom>
            <a:avLst/>
            <a:gdLst/>
            <a:ahLst/>
            <a:cxnLst/>
            <a:rect l="l" t="t" r="r" b="b"/>
            <a:pathLst>
              <a:path w="2794000" h="1460500">
                <a:moveTo>
                  <a:pt x="0" y="0"/>
                </a:moveTo>
                <a:lnTo>
                  <a:pt x="2794000" y="0"/>
                </a:lnTo>
                <a:lnTo>
                  <a:pt x="2794000" y="1460500"/>
                </a:lnTo>
                <a:lnTo>
                  <a:pt x="0" y="1460500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1555214" y="5003800"/>
            <a:ext cx="1930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WAIT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74264" y="5499100"/>
            <a:ext cx="18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US TODAY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39847" y="65659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 </a:t>
            </a:r>
            <a:r>
              <a:rPr lang="en-US" sz="1600" b="1" dirty="0" smtClean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Tuesdays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39847" y="6870700"/>
            <a:ext cx="336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 smtClean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r>
              <a:rPr lang="en-US" sz="1600" dirty="0" smtClean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:00 </a:t>
            </a:r>
            <a:r>
              <a:rPr lang="en-US" sz="16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r>
              <a:rPr lang="en-US" sz="1600" dirty="0" smtClean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685</Words>
  <Application>Microsoft Office PowerPoint</Application>
  <PresentationFormat>Personnalisé</PresentationFormat>
  <Paragraphs>140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Calibri</vt:lpstr>
      <vt:lpstr>Arial</vt:lpstr>
      <vt:lpstr>Liter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AID CLUB</dc:title>
  <dc:subject>FIRST AID CLUB</dc:subject>
  <dc:creator>Kimi</dc:creator>
  <cp:lastModifiedBy>Compte Microsoft</cp:lastModifiedBy>
  <cp:revision>3</cp:revision>
  <dcterms:created xsi:type="dcterms:W3CDTF">2026-03-24T07:42:17Z</dcterms:created>
  <dcterms:modified xsi:type="dcterms:W3CDTF">2026-03-24T07:59:43Z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{"Label":"FIRST AID CLUB","ContentProducer":"001191110108MACG2KBH8F10000","ProduceID":"","ReservedCode1":"","ContentPropagator":"001191110108MACG2KBH8F20000","PropagateID":"","ReservedCode2":""}</vt:lpwstr>
  </property>
</Properties>
</file>